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  <p:sldMasterId id="2147483670" r:id="rId2"/>
    <p:sldMasterId id="2147483671" r:id="rId3"/>
  </p:sldMasterIdLst>
  <p:notesMasterIdLst>
    <p:notesMasterId r:id="rId13"/>
  </p:notesMasterIdLst>
  <p:sldIdLst>
    <p:sldId id="256" r:id="rId4"/>
    <p:sldId id="419" r:id="rId5"/>
    <p:sldId id="420" r:id="rId6"/>
    <p:sldId id="416" r:id="rId7"/>
    <p:sldId id="281" r:id="rId8"/>
    <p:sldId id="417" r:id="rId9"/>
    <p:sldId id="339" r:id="rId10"/>
    <p:sldId id="418" r:id="rId11"/>
    <p:sldId id="340" r:id="rId1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omfortaa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3AB9"/>
    <a:srgbClr val="31859C"/>
    <a:srgbClr val="FFC1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10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69" y="19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ексей Голубев" userId="3c8aa089e0d51831" providerId="LiveId" clId="{947F5B59-D7EF-4CC8-90F1-70FEFD02A923}"/>
    <pc:docChg chg="undo redo custSel addSld delSld modSld sldOrd modMainMaster">
      <pc:chgData name="Алексей Голубев" userId="3c8aa089e0d51831" providerId="LiveId" clId="{947F5B59-D7EF-4CC8-90F1-70FEFD02A923}" dt="2025-04-09T09:04:27.313" v="7891"/>
      <pc:docMkLst>
        <pc:docMk/>
      </pc:docMkLst>
      <pc:sldChg chg="addSp delSp modSp mod setBg">
        <pc:chgData name="Алексей Голубев" userId="3c8aa089e0d51831" providerId="LiveId" clId="{947F5B59-D7EF-4CC8-90F1-70FEFD02A923}" dt="2025-04-03T11:07:59.077" v="618" actId="1076"/>
        <pc:sldMkLst>
          <pc:docMk/>
          <pc:sldMk cId="0" sldId="256"/>
        </pc:sldMkLst>
        <pc:spChg chg="mod">
          <ac:chgData name="Алексей Голубев" userId="3c8aa089e0d51831" providerId="LiveId" clId="{947F5B59-D7EF-4CC8-90F1-70FEFD02A923}" dt="2025-04-03T10:28:38.643" v="602" actId="208"/>
          <ac:spMkLst>
            <pc:docMk/>
            <pc:sldMk cId="0" sldId="256"/>
            <ac:spMk id="16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09:10:45.682" v="477" actId="2085"/>
          <ac:spMkLst>
            <pc:docMk/>
            <pc:sldMk cId="0" sldId="256"/>
            <ac:spMk id="164" creationId="{00000000-0000-0000-0000-000000000000}"/>
          </ac:spMkLst>
        </pc:spChg>
        <pc:spChg chg="add del mod">
          <ac:chgData name="Алексей Голубев" userId="3c8aa089e0d51831" providerId="LiveId" clId="{947F5B59-D7EF-4CC8-90F1-70FEFD02A923}" dt="2025-04-03T11:07:44.474" v="616" actId="20577"/>
          <ac:spMkLst>
            <pc:docMk/>
            <pc:sldMk cId="0" sldId="256"/>
            <ac:spMk id="165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1:07:59.077" v="618" actId="1076"/>
          <ac:spMkLst>
            <pc:docMk/>
            <pc:sldMk cId="0" sldId="256"/>
            <ac:spMk id="166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0:28:50.830" v="604" actId="208"/>
          <ac:spMkLst>
            <pc:docMk/>
            <pc:sldMk cId="0" sldId="256"/>
            <ac:spMk id="167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08:36:07.393" v="62" actId="1076"/>
          <ac:spMkLst>
            <pc:docMk/>
            <pc:sldMk cId="0" sldId="256"/>
            <ac:spMk id="168" creationId="{00000000-0000-0000-0000-000000000000}"/>
          </ac:spMkLst>
        </pc:spChg>
      </pc:sldChg>
      <pc:sldChg chg="modSp mod">
        <pc:chgData name="Алексей Голубев" userId="3c8aa089e0d51831" providerId="LiveId" clId="{947F5B59-D7EF-4CC8-90F1-70FEFD02A923}" dt="2025-04-03T15:08:48.087" v="1919" actId="20577"/>
        <pc:sldMkLst>
          <pc:docMk/>
          <pc:sldMk cId="0" sldId="257"/>
        </pc:sldMkLst>
        <pc:spChg chg="mod">
          <ac:chgData name="Алексей Голубев" userId="3c8aa089e0d51831" providerId="LiveId" clId="{947F5B59-D7EF-4CC8-90F1-70FEFD02A923}" dt="2025-04-03T11:08:23.395" v="619" actId="208"/>
          <ac:spMkLst>
            <pc:docMk/>
            <pc:sldMk cId="0" sldId="257"/>
            <ac:spMk id="224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5:08:48.087" v="1919" actId="20577"/>
          <ac:spMkLst>
            <pc:docMk/>
            <pc:sldMk cId="0" sldId="257"/>
            <ac:spMk id="225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1:08:26.997" v="620" actId="208"/>
          <ac:spMkLst>
            <pc:docMk/>
            <pc:sldMk cId="0" sldId="257"/>
            <ac:spMk id="227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4:14:45.095" v="1391" actId="20577"/>
          <ac:spMkLst>
            <pc:docMk/>
            <pc:sldMk cId="0" sldId="257"/>
            <ac:spMk id="228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1:08:43.073" v="623" actId="208"/>
          <ac:spMkLst>
            <pc:docMk/>
            <pc:sldMk cId="0" sldId="257"/>
            <ac:spMk id="230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3:30:44.911" v="1003" actId="207"/>
          <ac:spMkLst>
            <pc:docMk/>
            <pc:sldMk cId="0" sldId="257"/>
            <ac:spMk id="231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1:09:01.400" v="625" actId="208"/>
          <ac:spMkLst>
            <pc:docMk/>
            <pc:sldMk cId="0" sldId="257"/>
            <ac:spMk id="23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3:31:14.495" v="1008" actId="113"/>
          <ac:spMkLst>
            <pc:docMk/>
            <pc:sldMk cId="0" sldId="257"/>
            <ac:spMk id="234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08:38:58.103" v="249" actId="1076"/>
          <ac:grpSpMkLst>
            <pc:docMk/>
            <pc:sldMk cId="0" sldId="257"/>
            <ac:grpSpMk id="229" creationId="{00000000-0000-0000-0000-000000000000}"/>
          </ac:grpSpMkLst>
        </pc:grpChg>
        <pc:picChg chg="mod">
          <ac:chgData name="Алексей Голубев" userId="3c8aa089e0d51831" providerId="LiveId" clId="{947F5B59-D7EF-4CC8-90F1-70FEFD02A923}" dt="2025-04-03T08:39:34.514" v="258" actId="1076"/>
          <ac:picMkLst>
            <pc:docMk/>
            <pc:sldMk cId="0" sldId="257"/>
            <ac:picMk id="235" creationId="{00000000-0000-0000-0000-000000000000}"/>
          </ac:picMkLst>
        </pc:picChg>
      </pc:sldChg>
      <pc:sldChg chg="addSp delSp modSp mod">
        <pc:chgData name="Алексей Голубев" userId="3c8aa089e0d51831" providerId="LiveId" clId="{947F5B59-D7EF-4CC8-90F1-70FEFD02A923}" dt="2025-04-03T14:10:11.998" v="1358" actId="11530"/>
        <pc:sldMkLst>
          <pc:docMk/>
          <pc:sldMk cId="0" sldId="258"/>
        </pc:sldMkLst>
        <pc:spChg chg="add del">
          <ac:chgData name="Алексей Голубев" userId="3c8aa089e0d51831" providerId="LiveId" clId="{947F5B59-D7EF-4CC8-90F1-70FEFD02A923}" dt="2025-04-03T09:11:10.718" v="480" actId="11529"/>
          <ac:spMkLst>
            <pc:docMk/>
            <pc:sldMk cId="0" sldId="258"/>
            <ac:spMk id="3" creationId="{8DB4733A-4920-424C-8BED-190752B0252C}"/>
          </ac:spMkLst>
        </pc:spChg>
        <pc:spChg chg="add del">
          <ac:chgData name="Алексей Голубев" userId="3c8aa089e0d51831" providerId="LiveId" clId="{947F5B59-D7EF-4CC8-90F1-70FEFD02A923}" dt="2025-04-03T09:11:20.109" v="482" actId="11529"/>
          <ac:spMkLst>
            <pc:docMk/>
            <pc:sldMk cId="0" sldId="258"/>
            <ac:spMk id="4" creationId="{D820CE58-E7C5-40ED-8157-98A135363692}"/>
          </ac:spMkLst>
        </pc:spChg>
        <pc:spChg chg="add del">
          <ac:chgData name="Алексей Голубев" userId="3c8aa089e0d51831" providerId="LiveId" clId="{947F5B59-D7EF-4CC8-90F1-70FEFD02A923}" dt="2025-04-03T09:11:49.960" v="484" actId="11529"/>
          <ac:spMkLst>
            <pc:docMk/>
            <pc:sldMk cId="0" sldId="258"/>
            <ac:spMk id="5" creationId="{4793F0B2-FC22-4B34-A3A7-E6F7A4E61524}"/>
          </ac:spMkLst>
        </pc:spChg>
        <pc:spChg chg="add del">
          <ac:chgData name="Алексей Голубев" userId="3c8aa089e0d51831" providerId="LiveId" clId="{947F5B59-D7EF-4CC8-90F1-70FEFD02A923}" dt="2025-04-03T09:12:08.808" v="486" actId="11529"/>
          <ac:spMkLst>
            <pc:docMk/>
            <pc:sldMk cId="0" sldId="258"/>
            <ac:spMk id="6" creationId="{802328C4-279F-4A23-8269-297347219F6C}"/>
          </ac:spMkLst>
        </pc:spChg>
        <pc:spChg chg="add del mod">
          <ac:chgData name="Алексей Голубев" userId="3c8aa089e0d51831" providerId="LiveId" clId="{947F5B59-D7EF-4CC8-90F1-70FEFD02A923}" dt="2025-04-03T08:57:06.680" v="439" actId="478"/>
          <ac:spMkLst>
            <pc:docMk/>
            <pc:sldMk cId="0" sldId="258"/>
            <ac:spMk id="48" creationId="{301129AC-D522-4991-9F2F-4733C44970B5}"/>
          </ac:spMkLst>
        </pc:spChg>
        <pc:spChg chg="add del mod">
          <ac:chgData name="Алексей Голубев" userId="3c8aa089e0d51831" providerId="LiveId" clId="{947F5B59-D7EF-4CC8-90F1-70FEFD02A923}" dt="2025-04-03T08:49:01.449" v="376"/>
          <ac:spMkLst>
            <pc:docMk/>
            <pc:sldMk cId="0" sldId="258"/>
            <ac:spMk id="49" creationId="{8F115CAC-8858-4362-B341-71E1BDF8C2CC}"/>
          </ac:spMkLst>
        </pc:spChg>
        <pc:spChg chg="add del mod ord">
          <ac:chgData name="Алексей Голубев" userId="3c8aa089e0d51831" providerId="LiveId" clId="{947F5B59-D7EF-4CC8-90F1-70FEFD02A923}" dt="2025-04-03T13:31:43.356" v="1010" actId="113"/>
          <ac:spMkLst>
            <pc:docMk/>
            <pc:sldMk cId="0" sldId="258"/>
            <ac:spMk id="282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08:39:43.813" v="261" actId="478"/>
          <ac:spMkLst>
            <pc:docMk/>
            <pc:sldMk cId="0" sldId="258"/>
            <ac:spMk id="283" creationId="{00000000-0000-0000-0000-000000000000}"/>
          </ac:spMkLst>
        </pc:spChg>
        <pc:picChg chg="add del mod modCrop">
          <ac:chgData name="Алексей Голубев" userId="3c8aa089e0d51831" providerId="LiveId" clId="{947F5B59-D7EF-4CC8-90F1-70FEFD02A923}" dt="2025-04-03T08:55:40.985" v="427" actId="478"/>
          <ac:picMkLst>
            <pc:docMk/>
            <pc:sldMk cId="0" sldId="258"/>
            <ac:picMk id="2" creationId="{250706CE-A9A9-4E1D-9B4B-99E7D2C73F6A}"/>
          </ac:picMkLst>
        </pc:picChg>
        <pc:picChg chg="del">
          <ac:chgData name="Алексей Голубев" userId="3c8aa089e0d51831" providerId="LiveId" clId="{947F5B59-D7EF-4CC8-90F1-70FEFD02A923}" dt="2025-04-03T08:39:44.518" v="262" actId="478"/>
          <ac:picMkLst>
            <pc:docMk/>
            <pc:sldMk cId="0" sldId="258"/>
            <ac:picMk id="284" creationId="{00000000-0000-0000-0000-000000000000}"/>
          </ac:picMkLst>
        </pc:picChg>
        <pc:picChg chg="add del mod">
          <ac:chgData name="Алексей Голубев" userId="3c8aa089e0d51831" providerId="LiveId" clId="{947F5B59-D7EF-4CC8-90F1-70FEFD02A923}" dt="2025-04-03T08:48:59.109" v="374" actId="478"/>
          <ac:picMkLst>
            <pc:docMk/>
            <pc:sldMk cId="0" sldId="258"/>
            <ac:picMk id="1026" creationId="{D07A16CB-F952-400A-920F-25ECED51860A}"/>
          </ac:picMkLst>
        </pc:picChg>
        <pc:picChg chg="add del mod">
          <ac:chgData name="Алексей Голубев" userId="3c8aa089e0d51831" providerId="LiveId" clId="{947F5B59-D7EF-4CC8-90F1-70FEFD02A923}" dt="2025-04-03T08:51:24.597" v="401" actId="478"/>
          <ac:picMkLst>
            <pc:docMk/>
            <pc:sldMk cId="0" sldId="258"/>
            <ac:picMk id="1028" creationId="{617A7778-2C00-4607-ADE7-BA4D3325A050}"/>
          </ac:picMkLst>
        </pc:picChg>
        <pc:picChg chg="add del mod">
          <ac:chgData name="Алексей Голубев" userId="3c8aa089e0d51831" providerId="LiveId" clId="{947F5B59-D7EF-4CC8-90F1-70FEFD02A923}" dt="2025-04-03T08:54:00.240" v="411" actId="478"/>
          <ac:picMkLst>
            <pc:docMk/>
            <pc:sldMk cId="0" sldId="258"/>
            <ac:picMk id="1030" creationId="{8F30DF76-A2B0-4757-A577-A39B751AB568}"/>
          </ac:picMkLst>
        </pc:picChg>
        <pc:picChg chg="add mod">
          <ac:chgData name="Алексей Голубев" userId="3c8aa089e0d51831" providerId="LiveId" clId="{947F5B59-D7EF-4CC8-90F1-70FEFD02A923}" dt="2025-04-03T14:10:11.998" v="1358" actId="11530"/>
          <ac:picMkLst>
            <pc:docMk/>
            <pc:sldMk cId="0" sldId="258"/>
            <ac:picMk id="1032" creationId="{7DDB7A0D-1C16-42ED-93BA-6243A2EF4228}"/>
          </ac:picMkLst>
        </pc:picChg>
      </pc:sldChg>
      <pc:sldChg chg="delSp modSp mod">
        <pc:chgData name="Алексей Голубев" userId="3c8aa089e0d51831" providerId="LiveId" clId="{947F5B59-D7EF-4CC8-90F1-70FEFD02A923}" dt="2025-04-03T11:10:26.625" v="635" actId="208"/>
        <pc:sldMkLst>
          <pc:docMk/>
          <pc:sldMk cId="0" sldId="259"/>
        </pc:sldMkLst>
        <pc:spChg chg="mod">
          <ac:chgData name="Алексей Голубев" userId="3c8aa089e0d51831" providerId="LiveId" clId="{947F5B59-D7EF-4CC8-90F1-70FEFD02A923}" dt="2025-04-03T11:10:26.625" v="635" actId="208"/>
          <ac:spMkLst>
            <pc:docMk/>
            <pc:sldMk cId="0" sldId="259"/>
            <ac:spMk id="33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08:42:49.006" v="267" actId="478"/>
          <ac:spMkLst>
            <pc:docMk/>
            <pc:sldMk cId="0" sldId="259"/>
            <ac:spMk id="33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09:12:42.758" v="489" actId="478"/>
          <ac:spMkLst>
            <pc:docMk/>
            <pc:sldMk cId="0" sldId="259"/>
            <ac:spMk id="338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08:42:56.001" v="276" actId="478"/>
          <ac:spMkLst>
            <pc:docMk/>
            <pc:sldMk cId="0" sldId="259"/>
            <ac:spMk id="33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09:12:41.254" v="488" actId="478"/>
          <ac:spMkLst>
            <pc:docMk/>
            <pc:sldMk cId="0" sldId="259"/>
            <ac:spMk id="340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08:42:52.527" v="272" actId="478"/>
          <ac:spMkLst>
            <pc:docMk/>
            <pc:sldMk cId="0" sldId="259"/>
            <ac:spMk id="341" creationId="{00000000-0000-0000-0000-000000000000}"/>
          </ac:spMkLst>
        </pc:spChg>
        <pc:picChg chg="del">
          <ac:chgData name="Алексей Голубев" userId="3c8aa089e0d51831" providerId="LiveId" clId="{947F5B59-D7EF-4CC8-90F1-70FEFD02A923}" dt="2025-04-03T08:42:49.538" v="268" actId="478"/>
          <ac:picMkLst>
            <pc:docMk/>
            <pc:sldMk cId="0" sldId="259"/>
            <ac:picMk id="337" creationId="{00000000-0000-0000-0000-000000000000}"/>
          </ac:picMkLst>
        </pc:picChg>
        <pc:picChg chg="mod">
          <ac:chgData name="Алексей Голубев" userId="3c8aa089e0d51831" providerId="LiveId" clId="{947F5B59-D7EF-4CC8-90F1-70FEFD02A923}" dt="2025-04-03T09:18:54.026" v="582" actId="1076"/>
          <ac:picMkLst>
            <pc:docMk/>
            <pc:sldMk cId="0" sldId="259"/>
            <ac:picMk id="344" creationId="{00000000-0000-0000-0000-000000000000}"/>
          </ac:picMkLst>
        </pc:picChg>
        <pc:cxnChg chg="del">
          <ac:chgData name="Алексей Голубев" userId="3c8aa089e0d51831" providerId="LiveId" clId="{947F5B59-D7EF-4CC8-90F1-70FEFD02A923}" dt="2025-04-03T08:42:54.500" v="274" actId="478"/>
          <ac:cxnSpMkLst>
            <pc:docMk/>
            <pc:sldMk cId="0" sldId="259"/>
            <ac:cxnSpMk id="345" creationId="{00000000-0000-0000-0000-000000000000}"/>
          </ac:cxnSpMkLst>
        </pc:cxnChg>
        <pc:cxnChg chg="del mod">
          <ac:chgData name="Алексей Голубев" userId="3c8aa089e0d51831" providerId="LiveId" clId="{947F5B59-D7EF-4CC8-90F1-70FEFD02A923}" dt="2025-04-03T08:42:53.451" v="273" actId="478"/>
          <ac:cxnSpMkLst>
            <pc:docMk/>
            <pc:sldMk cId="0" sldId="259"/>
            <ac:cxnSpMk id="346" creationId="{00000000-0000-0000-0000-000000000000}"/>
          </ac:cxnSpMkLst>
        </pc:cxnChg>
      </pc:sldChg>
      <pc:sldChg chg="addSp delSp modSp mod ord">
        <pc:chgData name="Алексей Голубев" userId="3c8aa089e0d51831" providerId="LiveId" clId="{947F5B59-D7EF-4CC8-90F1-70FEFD02A923}" dt="2025-04-03T13:34:12.921" v="1033" actId="1076"/>
        <pc:sldMkLst>
          <pc:docMk/>
          <pc:sldMk cId="0" sldId="260"/>
        </pc:sldMkLst>
        <pc:spChg chg="add mod">
          <ac:chgData name="Алексей Голубев" userId="3c8aa089e0d51831" providerId="LiveId" clId="{947F5B59-D7EF-4CC8-90F1-70FEFD02A923}" dt="2025-04-03T11:28:53.392" v="756" actId="20577"/>
          <ac:spMkLst>
            <pc:docMk/>
            <pc:sldMk cId="0" sldId="260"/>
            <ac:spMk id="2" creationId="{A7FBA140-90CA-4E76-97E8-4098CC82EBFF}"/>
          </ac:spMkLst>
        </pc:spChg>
        <pc:spChg chg="add mod">
          <ac:chgData name="Алексей Голубев" userId="3c8aa089e0d51831" providerId="LiveId" clId="{947F5B59-D7EF-4CC8-90F1-70FEFD02A923}" dt="2025-04-03T13:33:20.351" v="1028" actId="1076"/>
          <ac:spMkLst>
            <pc:docMk/>
            <pc:sldMk cId="0" sldId="260"/>
            <ac:spMk id="3" creationId="{8C0CCFA2-072F-4DD8-969C-9DA91AC30714}"/>
          </ac:spMkLst>
        </pc:spChg>
        <pc:spChg chg="add del mod">
          <ac:chgData name="Алексей Голубев" userId="3c8aa089e0d51831" providerId="LiveId" clId="{947F5B59-D7EF-4CC8-90F1-70FEFD02A923}" dt="2025-04-03T11:24:25.070" v="684" actId="478"/>
          <ac:spMkLst>
            <pc:docMk/>
            <pc:sldMk cId="0" sldId="260"/>
            <ac:spMk id="52" creationId="{B8056386-7A64-4B36-9B66-413825EE4FED}"/>
          </ac:spMkLst>
        </pc:spChg>
        <pc:spChg chg="add del mod">
          <ac:chgData name="Алексей Голубев" userId="3c8aa089e0d51831" providerId="LiveId" clId="{947F5B59-D7EF-4CC8-90F1-70FEFD02A923}" dt="2025-04-03T11:24:26.228" v="685" actId="478"/>
          <ac:spMkLst>
            <pc:docMk/>
            <pc:sldMk cId="0" sldId="260"/>
            <ac:spMk id="53" creationId="{AC012EC5-7FC5-47D4-8A15-D80BE84A013F}"/>
          </ac:spMkLst>
        </pc:spChg>
        <pc:spChg chg="add del mod">
          <ac:chgData name="Алексей Голубев" userId="3c8aa089e0d51831" providerId="LiveId" clId="{947F5B59-D7EF-4CC8-90F1-70FEFD02A923}" dt="2025-04-03T11:24:26.807" v="686" actId="478"/>
          <ac:spMkLst>
            <pc:docMk/>
            <pc:sldMk cId="0" sldId="260"/>
            <ac:spMk id="54" creationId="{7150E828-ECA8-4D33-A1A1-8115D4840B04}"/>
          </ac:spMkLst>
        </pc:spChg>
        <pc:spChg chg="add del mod">
          <ac:chgData name="Алексей Голубев" userId="3c8aa089e0d51831" providerId="LiveId" clId="{947F5B59-D7EF-4CC8-90F1-70FEFD02A923}" dt="2025-04-03T11:25:26.230" v="712"/>
          <ac:spMkLst>
            <pc:docMk/>
            <pc:sldMk cId="0" sldId="260"/>
            <ac:spMk id="55" creationId="{FB18449D-98A9-4392-B0C1-010C0EE2088B}"/>
          </ac:spMkLst>
        </pc:spChg>
        <pc:spChg chg="add del mod">
          <ac:chgData name="Алексей Голубев" userId="3c8aa089e0d51831" providerId="LiveId" clId="{947F5B59-D7EF-4CC8-90F1-70FEFD02A923}" dt="2025-04-03T11:25:21.957" v="710"/>
          <ac:spMkLst>
            <pc:docMk/>
            <pc:sldMk cId="0" sldId="260"/>
            <ac:spMk id="56" creationId="{990559B4-1C34-4DF0-8660-6E20A80DB85D}"/>
          </ac:spMkLst>
        </pc:spChg>
        <pc:spChg chg="add del mod">
          <ac:chgData name="Алексей Голубев" userId="3c8aa089e0d51831" providerId="LiveId" clId="{947F5B59-D7EF-4CC8-90F1-70FEFD02A923}" dt="2025-04-03T11:25:20.908" v="708"/>
          <ac:spMkLst>
            <pc:docMk/>
            <pc:sldMk cId="0" sldId="260"/>
            <ac:spMk id="57" creationId="{6AE9D0FF-C4E9-4C4C-B878-FC0385A4981A}"/>
          </ac:spMkLst>
        </pc:spChg>
        <pc:spChg chg="add del mod">
          <ac:chgData name="Алексей Голубев" userId="3c8aa089e0d51831" providerId="LiveId" clId="{947F5B59-D7EF-4CC8-90F1-70FEFD02A923}" dt="2025-04-03T11:25:20.282" v="706"/>
          <ac:spMkLst>
            <pc:docMk/>
            <pc:sldMk cId="0" sldId="260"/>
            <ac:spMk id="58" creationId="{8D12870D-86E7-4ACF-A5C9-68F20E05728F}"/>
          </ac:spMkLst>
        </pc:spChg>
        <pc:spChg chg="add mod">
          <ac:chgData name="Алексей Голубев" userId="3c8aa089e0d51831" providerId="LiveId" clId="{947F5B59-D7EF-4CC8-90F1-70FEFD02A923}" dt="2025-04-03T13:23:16.974" v="945" actId="1076"/>
          <ac:spMkLst>
            <pc:docMk/>
            <pc:sldMk cId="0" sldId="260"/>
            <ac:spMk id="59" creationId="{97BDC684-4C4C-40B2-9E7F-E28FD6773571}"/>
          </ac:spMkLst>
        </pc:spChg>
        <pc:spChg chg="add mod">
          <ac:chgData name="Алексей Голубев" userId="3c8aa089e0d51831" providerId="LiveId" clId="{947F5B59-D7EF-4CC8-90F1-70FEFD02A923}" dt="2025-04-03T13:23:26.675" v="948" actId="1076"/>
          <ac:spMkLst>
            <pc:docMk/>
            <pc:sldMk cId="0" sldId="260"/>
            <ac:spMk id="60" creationId="{AE7A05EB-C41D-4B73-B885-6EA9F9D3A515}"/>
          </ac:spMkLst>
        </pc:spChg>
        <pc:spChg chg="add mod">
          <ac:chgData name="Алексей Голубев" userId="3c8aa089e0d51831" providerId="LiveId" clId="{947F5B59-D7EF-4CC8-90F1-70FEFD02A923}" dt="2025-04-03T11:26:05.761" v="721" actId="1076"/>
          <ac:spMkLst>
            <pc:docMk/>
            <pc:sldMk cId="0" sldId="260"/>
            <ac:spMk id="61" creationId="{4EDEFA39-ADC0-4180-8F88-4747D537FEB8}"/>
          </ac:spMkLst>
        </pc:spChg>
        <pc:spChg chg="add mod ord">
          <ac:chgData name="Алексей Голубев" userId="3c8aa089e0d51831" providerId="LiveId" clId="{947F5B59-D7EF-4CC8-90F1-70FEFD02A923}" dt="2025-04-03T13:22:58.447" v="944" actId="1076"/>
          <ac:spMkLst>
            <pc:docMk/>
            <pc:sldMk cId="0" sldId="260"/>
            <ac:spMk id="62" creationId="{74CC3F03-FBC1-43DA-9AEB-B4111DEE1802}"/>
          </ac:spMkLst>
        </pc:spChg>
        <pc:spChg chg="add mod">
          <ac:chgData name="Алексей Голубев" userId="3c8aa089e0d51831" providerId="LiveId" clId="{947F5B59-D7EF-4CC8-90F1-70FEFD02A923}" dt="2025-04-03T13:33:31.784" v="1029" actId="1076"/>
          <ac:spMkLst>
            <pc:docMk/>
            <pc:sldMk cId="0" sldId="260"/>
            <ac:spMk id="64" creationId="{978AAFEB-60B3-452B-BA8D-B34B7AE98A69}"/>
          </ac:spMkLst>
        </pc:spChg>
        <pc:spChg chg="add mod">
          <ac:chgData name="Алексей Голубев" userId="3c8aa089e0d51831" providerId="LiveId" clId="{947F5B59-D7EF-4CC8-90F1-70FEFD02A923}" dt="2025-04-03T13:34:02.821" v="1030" actId="1076"/>
          <ac:spMkLst>
            <pc:docMk/>
            <pc:sldMk cId="0" sldId="260"/>
            <ac:spMk id="65" creationId="{458F7444-EA69-4074-9B1F-E425DF166A91}"/>
          </ac:spMkLst>
        </pc:spChg>
        <pc:spChg chg="add mod">
          <ac:chgData name="Алексей Голубев" userId="3c8aa089e0d51831" providerId="LiveId" clId="{947F5B59-D7EF-4CC8-90F1-70FEFD02A923}" dt="2025-04-03T13:34:12.921" v="1033" actId="1076"/>
          <ac:spMkLst>
            <pc:docMk/>
            <pc:sldMk cId="0" sldId="260"/>
            <ac:spMk id="66" creationId="{0ACA01D2-F1A7-48B5-B429-7B796983C18B}"/>
          </ac:spMkLst>
        </pc:spChg>
        <pc:spChg chg="add mod ord">
          <ac:chgData name="Алексей Голубев" userId="3c8aa089e0d51831" providerId="LiveId" clId="{947F5B59-D7EF-4CC8-90F1-70FEFD02A923}" dt="2025-04-03T13:33:14.953" v="1027" actId="207"/>
          <ac:spMkLst>
            <pc:docMk/>
            <pc:sldMk cId="0" sldId="260"/>
            <ac:spMk id="67" creationId="{1C0148E0-483C-4668-8033-FF567B96F810}"/>
          </ac:spMkLst>
        </pc:spChg>
        <pc:spChg chg="mod">
          <ac:chgData name="Алексей Голубев" userId="3c8aa089e0d51831" providerId="LiveId" clId="{947F5B59-D7EF-4CC8-90F1-70FEFD02A923}" dt="2025-04-03T11:15:56.031" v="671" actId="20577"/>
          <ac:spMkLst>
            <pc:docMk/>
            <pc:sldMk cId="0" sldId="260"/>
            <ac:spMk id="39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08:42:59.601" v="277" actId="478"/>
          <ac:spMkLst>
            <pc:docMk/>
            <pc:sldMk cId="0" sldId="260"/>
            <ac:spMk id="396" creationId="{00000000-0000-0000-0000-000000000000}"/>
          </ac:spMkLst>
        </pc:spChg>
        <pc:picChg chg="add mod">
          <ac:chgData name="Алексей Голубев" userId="3c8aa089e0d51831" providerId="LiveId" clId="{947F5B59-D7EF-4CC8-90F1-70FEFD02A923}" dt="2025-04-03T13:16:27.834" v="906" actId="1076"/>
          <ac:picMkLst>
            <pc:docMk/>
            <pc:sldMk cId="0" sldId="260"/>
            <ac:picMk id="5" creationId="{218214ED-8C42-4935-A76E-F95326CE49B6}"/>
          </ac:picMkLst>
        </pc:picChg>
        <pc:picChg chg="add mod">
          <ac:chgData name="Алексей Голубев" userId="3c8aa089e0d51831" providerId="LiveId" clId="{947F5B59-D7EF-4CC8-90F1-70FEFD02A923}" dt="2025-04-03T13:24:29.300" v="955" actId="1076"/>
          <ac:picMkLst>
            <pc:docMk/>
            <pc:sldMk cId="0" sldId="260"/>
            <ac:picMk id="7" creationId="{7B8A2FAE-7A03-404B-AA43-16BCEE528C15}"/>
          </ac:picMkLst>
        </pc:picChg>
        <pc:picChg chg="add mod">
          <ac:chgData name="Алексей Голубев" userId="3c8aa089e0d51831" providerId="LiveId" clId="{947F5B59-D7EF-4CC8-90F1-70FEFD02A923}" dt="2025-04-03T13:34:05.715" v="1032" actId="1076"/>
          <ac:picMkLst>
            <pc:docMk/>
            <pc:sldMk cId="0" sldId="260"/>
            <ac:picMk id="9" creationId="{E12136B2-C13B-4910-807C-6440089CD2D8}"/>
          </ac:picMkLst>
        </pc:picChg>
        <pc:picChg chg="add mod ord">
          <ac:chgData name="Алексей Голубев" userId="3c8aa089e0d51831" providerId="LiveId" clId="{947F5B59-D7EF-4CC8-90F1-70FEFD02A923}" dt="2025-04-03T13:22:15.478" v="940" actId="1076"/>
          <ac:picMkLst>
            <pc:docMk/>
            <pc:sldMk cId="0" sldId="260"/>
            <ac:picMk id="11" creationId="{0D11D47C-338E-4834-AC12-40E7FB76065F}"/>
          </ac:picMkLst>
        </pc:picChg>
        <pc:picChg chg="add mod ord">
          <ac:chgData name="Алексей Голубев" userId="3c8aa089e0d51831" providerId="LiveId" clId="{947F5B59-D7EF-4CC8-90F1-70FEFD02A923}" dt="2025-04-03T13:23:35.858" v="950" actId="1076"/>
          <ac:picMkLst>
            <pc:docMk/>
            <pc:sldMk cId="0" sldId="260"/>
            <ac:picMk id="13" creationId="{A6B1590A-A738-4BF0-8688-422475FC8395}"/>
          </ac:picMkLst>
        </pc:picChg>
        <pc:picChg chg="del">
          <ac:chgData name="Алексей Голубев" userId="3c8aa089e0d51831" providerId="LiveId" clId="{947F5B59-D7EF-4CC8-90F1-70FEFD02A923}" dt="2025-04-03T08:43:00.635" v="278" actId="478"/>
          <ac:picMkLst>
            <pc:docMk/>
            <pc:sldMk cId="0" sldId="260"/>
            <ac:picMk id="399" creationId="{00000000-0000-0000-0000-000000000000}"/>
          </ac:picMkLst>
        </pc:picChg>
      </pc:sldChg>
      <pc:sldChg chg="addSp delSp modSp mod">
        <pc:chgData name="Алексей Голубев" userId="3c8aa089e0d51831" providerId="LiveId" clId="{947F5B59-D7EF-4CC8-90F1-70FEFD02A923}" dt="2025-04-03T14:07:09.512" v="1268" actId="113"/>
        <pc:sldMkLst>
          <pc:docMk/>
          <pc:sldMk cId="0" sldId="261"/>
        </pc:sldMkLst>
        <pc:spChg chg="mod ord">
          <ac:chgData name="Алексей Голубев" userId="3c8aa089e0d51831" providerId="LiveId" clId="{947F5B59-D7EF-4CC8-90F1-70FEFD02A923}" dt="2025-04-03T14:07:09.512" v="1268" actId="113"/>
          <ac:spMkLst>
            <pc:docMk/>
            <pc:sldMk cId="0" sldId="261"/>
            <ac:spMk id="454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3:45:27.766" v="1092" actId="478"/>
          <ac:spMkLst>
            <pc:docMk/>
            <pc:sldMk cId="0" sldId="261"/>
            <ac:spMk id="455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13:43:14.388" v="1037" actId="478"/>
          <ac:spMkLst>
            <pc:docMk/>
            <pc:sldMk cId="0" sldId="261"/>
            <ac:spMk id="457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08:43:05.429" v="279" actId="478"/>
          <ac:spMkLst>
            <pc:docMk/>
            <pc:sldMk cId="0" sldId="261"/>
            <ac:spMk id="458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13:43:15.978" v="1038" actId="478"/>
          <ac:spMkLst>
            <pc:docMk/>
            <pc:sldMk cId="0" sldId="261"/>
            <ac:spMk id="460" creationId="{00000000-0000-0000-0000-000000000000}"/>
          </ac:spMkLst>
        </pc:spChg>
        <pc:spChg chg="del mod topLvl">
          <ac:chgData name="Алексей Голубев" userId="3c8aa089e0d51831" providerId="LiveId" clId="{947F5B59-D7EF-4CC8-90F1-70FEFD02A923}" dt="2025-04-03T08:43:07.949" v="281" actId="478"/>
          <ac:spMkLst>
            <pc:docMk/>
            <pc:sldMk cId="0" sldId="261"/>
            <ac:spMk id="461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13:43:17.255" v="1039" actId="478"/>
          <ac:spMkLst>
            <pc:docMk/>
            <pc:sldMk cId="0" sldId="261"/>
            <ac:spMk id="463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08:43:09.530" v="282" actId="478"/>
          <ac:spMkLst>
            <pc:docMk/>
            <pc:sldMk cId="0" sldId="261"/>
            <ac:spMk id="464" creationId="{00000000-0000-0000-0000-000000000000}"/>
          </ac:spMkLst>
        </pc:spChg>
        <pc:grpChg chg="del">
          <ac:chgData name="Алексей Голубев" userId="3c8aa089e0d51831" providerId="LiveId" clId="{947F5B59-D7EF-4CC8-90F1-70FEFD02A923}" dt="2025-04-03T08:43:05.429" v="279" actId="478"/>
          <ac:grpSpMkLst>
            <pc:docMk/>
            <pc:sldMk cId="0" sldId="261"/>
            <ac:grpSpMk id="456" creationId="{00000000-0000-0000-0000-000000000000}"/>
          </ac:grpSpMkLst>
        </pc:grpChg>
        <pc:grpChg chg="del">
          <ac:chgData name="Алексей Голубев" userId="3c8aa089e0d51831" providerId="LiveId" clId="{947F5B59-D7EF-4CC8-90F1-70FEFD02A923}" dt="2025-04-03T08:43:07.949" v="281" actId="478"/>
          <ac:grpSpMkLst>
            <pc:docMk/>
            <pc:sldMk cId="0" sldId="261"/>
            <ac:grpSpMk id="459" creationId="{00000000-0000-0000-0000-000000000000}"/>
          </ac:grpSpMkLst>
        </pc:grpChg>
        <pc:grpChg chg="del">
          <ac:chgData name="Алексей Голубев" userId="3c8aa089e0d51831" providerId="LiveId" clId="{947F5B59-D7EF-4CC8-90F1-70FEFD02A923}" dt="2025-04-03T08:43:09.530" v="282" actId="478"/>
          <ac:grpSpMkLst>
            <pc:docMk/>
            <pc:sldMk cId="0" sldId="261"/>
            <ac:grpSpMk id="462" creationId="{00000000-0000-0000-0000-000000000000}"/>
          </ac:grpSpMkLst>
        </pc:grpChg>
        <pc:picChg chg="add del mod">
          <ac:chgData name="Алексей Голубев" userId="3c8aa089e0d51831" providerId="LiveId" clId="{947F5B59-D7EF-4CC8-90F1-70FEFD02A923}" dt="2025-04-03T13:49:14.145" v="1202"/>
          <ac:picMkLst>
            <pc:docMk/>
            <pc:sldMk cId="0" sldId="261"/>
            <ac:picMk id="3" creationId="{C3235470-42F0-4824-8BE5-B0669853DAEF}"/>
          </ac:picMkLst>
        </pc:picChg>
        <pc:picChg chg="add del mod">
          <ac:chgData name="Алексей Голубев" userId="3c8aa089e0d51831" providerId="LiveId" clId="{947F5B59-D7EF-4CC8-90F1-70FEFD02A923}" dt="2025-04-03T13:50:40.300" v="1210" actId="478"/>
          <ac:picMkLst>
            <pc:docMk/>
            <pc:sldMk cId="0" sldId="261"/>
            <ac:picMk id="5" creationId="{C0B5418F-813C-485B-A40D-A65B4682157E}"/>
          </ac:picMkLst>
        </pc:picChg>
        <pc:picChg chg="add mod">
          <ac:chgData name="Алексей Голубев" userId="3c8aa089e0d51831" providerId="LiveId" clId="{947F5B59-D7EF-4CC8-90F1-70FEFD02A923}" dt="2025-04-03T13:56:50.629" v="1237" actId="14100"/>
          <ac:picMkLst>
            <pc:docMk/>
            <pc:sldMk cId="0" sldId="261"/>
            <ac:picMk id="7" creationId="{730A408E-D89E-4379-95E2-A67BE3A91A42}"/>
          </ac:picMkLst>
        </pc:picChg>
        <pc:picChg chg="del">
          <ac:chgData name="Алексей Голубев" userId="3c8aa089e0d51831" providerId="LiveId" clId="{947F5B59-D7EF-4CC8-90F1-70FEFD02A923}" dt="2025-04-03T13:43:18.589" v="1040" actId="478"/>
          <ac:picMkLst>
            <pc:docMk/>
            <pc:sldMk cId="0" sldId="261"/>
            <ac:picMk id="465" creationId="{00000000-0000-0000-0000-000000000000}"/>
          </ac:picMkLst>
        </pc:picChg>
      </pc:sldChg>
      <pc:sldChg chg="addSp delSp modSp mod ord">
        <pc:chgData name="Алексей Голубев" userId="3c8aa089e0d51831" providerId="LiveId" clId="{947F5B59-D7EF-4CC8-90F1-70FEFD02A923}" dt="2025-04-03T13:41:34.862" v="1034" actId="1076"/>
        <pc:sldMkLst>
          <pc:docMk/>
          <pc:sldMk cId="0" sldId="262"/>
        </pc:sldMkLst>
        <pc:spChg chg="mod">
          <ac:chgData name="Алексей Голубев" userId="3c8aa089e0d51831" providerId="LiveId" clId="{947F5B59-D7EF-4CC8-90F1-70FEFD02A923}" dt="2025-04-03T13:28:34.379" v="1000" actId="1076"/>
          <ac:spMkLst>
            <pc:docMk/>
            <pc:sldMk cId="0" sldId="262"/>
            <ac:spMk id="514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08:43:14.458" v="284" actId="478"/>
          <ac:spMkLst>
            <pc:docMk/>
            <pc:sldMk cId="0" sldId="262"/>
            <ac:spMk id="515" creationId="{00000000-0000-0000-0000-000000000000}"/>
          </ac:spMkLst>
        </pc:spChg>
        <pc:picChg chg="add mod">
          <ac:chgData name="Алексей Голубев" userId="3c8aa089e0d51831" providerId="LiveId" clId="{947F5B59-D7EF-4CC8-90F1-70FEFD02A923}" dt="2025-04-03T13:41:34.862" v="1034" actId="1076"/>
          <ac:picMkLst>
            <pc:docMk/>
            <pc:sldMk cId="0" sldId="262"/>
            <ac:picMk id="3" creationId="{C8C9B663-303C-43CC-A656-BE76D3F7A592}"/>
          </ac:picMkLst>
        </pc:picChg>
        <pc:picChg chg="del">
          <ac:chgData name="Алексей Голубев" userId="3c8aa089e0d51831" providerId="LiveId" clId="{947F5B59-D7EF-4CC8-90F1-70FEFD02A923}" dt="2025-04-03T08:43:16.845" v="285" actId="478"/>
          <ac:picMkLst>
            <pc:docMk/>
            <pc:sldMk cId="0" sldId="262"/>
            <ac:picMk id="518" creationId="{00000000-0000-0000-0000-000000000000}"/>
          </ac:picMkLst>
        </pc:picChg>
      </pc:sldChg>
      <pc:sldChg chg="addSp delSp modSp mod modNotes">
        <pc:chgData name="Алексей Голубев" userId="3c8aa089e0d51831" providerId="LiveId" clId="{947F5B59-D7EF-4CC8-90F1-70FEFD02A923}" dt="2025-04-03T14:14:54.617" v="1394" actId="20577"/>
        <pc:sldMkLst>
          <pc:docMk/>
          <pc:sldMk cId="0" sldId="263"/>
        </pc:sldMkLst>
        <pc:spChg chg="add mod">
          <ac:chgData name="Алексей Голубев" userId="3c8aa089e0d51831" providerId="LiveId" clId="{947F5B59-D7EF-4CC8-90F1-70FEFD02A923}" dt="2025-04-03T14:14:54.617" v="1394" actId="20577"/>
          <ac:spMkLst>
            <pc:docMk/>
            <pc:sldMk cId="0" sldId="263"/>
            <ac:spMk id="52" creationId="{F8A69F7F-9EC0-4F70-84FC-F5906342E5EC}"/>
          </ac:spMkLst>
        </pc:spChg>
        <pc:spChg chg="del">
          <ac:chgData name="Алексей Голубев" userId="3c8aa089e0d51831" providerId="LiveId" clId="{947F5B59-D7EF-4CC8-90F1-70FEFD02A923}" dt="2025-04-03T13:57:04.709" v="1242" actId="478"/>
          <ac:spMkLst>
            <pc:docMk/>
            <pc:sldMk cId="0" sldId="263"/>
            <ac:spMk id="567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3:57:06.503" v="1243" actId="478"/>
          <ac:spMkLst>
            <pc:docMk/>
            <pc:sldMk cId="0" sldId="263"/>
            <ac:spMk id="568" creationId="{00000000-0000-0000-0000-000000000000}"/>
          </ac:spMkLst>
        </pc:spChg>
        <pc:picChg chg="del">
          <ac:chgData name="Алексей Голубев" userId="3c8aa089e0d51831" providerId="LiveId" clId="{947F5B59-D7EF-4CC8-90F1-70FEFD02A923}" dt="2025-04-03T13:57:02.685" v="1239" actId="478"/>
          <ac:picMkLst>
            <pc:docMk/>
            <pc:sldMk cId="0" sldId="263"/>
            <ac:picMk id="571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3:57:03.122" v="1240" actId="478"/>
          <ac:picMkLst>
            <pc:docMk/>
            <pc:sldMk cId="0" sldId="263"/>
            <ac:picMk id="572" creationId="{00000000-0000-0000-0000-000000000000}"/>
          </ac:picMkLst>
        </pc:picChg>
        <pc:picChg chg="add mod">
          <ac:chgData name="Алексей Голубев" userId="3c8aa089e0d51831" providerId="LiveId" clId="{947F5B59-D7EF-4CC8-90F1-70FEFD02A923}" dt="2025-04-03T14:14:02.684" v="1389" actId="1076"/>
          <ac:picMkLst>
            <pc:docMk/>
            <pc:sldMk cId="0" sldId="263"/>
            <ac:picMk id="2050" creationId="{CA816392-C9F6-4339-8AE4-1EEC1950F730}"/>
          </ac:picMkLst>
        </pc:picChg>
        <pc:picChg chg="add mod">
          <ac:chgData name="Алексей Голубев" userId="3c8aa089e0d51831" providerId="LiveId" clId="{947F5B59-D7EF-4CC8-90F1-70FEFD02A923}" dt="2025-04-03T14:14:07.581" v="1390" actId="1076"/>
          <ac:picMkLst>
            <pc:docMk/>
            <pc:sldMk cId="0" sldId="263"/>
            <ac:picMk id="2052" creationId="{3088924C-5695-44E6-9611-1E27FFFDD0C1}"/>
          </ac:picMkLst>
        </pc:picChg>
      </pc:sldChg>
      <pc:sldChg chg="addSp delSp modSp mod modNotes">
        <pc:chgData name="Алексей Голубев" userId="3c8aa089e0d51831" providerId="LiveId" clId="{947F5B59-D7EF-4CC8-90F1-70FEFD02A923}" dt="2025-04-03T14:20:50.361" v="1433" actId="1076"/>
        <pc:sldMkLst>
          <pc:docMk/>
          <pc:sldMk cId="0" sldId="264"/>
        </pc:sldMkLst>
        <pc:spChg chg="add mod">
          <ac:chgData name="Алексей Голубев" userId="3c8aa089e0d51831" providerId="LiveId" clId="{947F5B59-D7EF-4CC8-90F1-70FEFD02A923}" dt="2025-04-03T14:20:46.937" v="1432" actId="1076"/>
          <ac:spMkLst>
            <pc:docMk/>
            <pc:sldMk cId="0" sldId="264"/>
            <ac:spMk id="52" creationId="{5A682DAD-BE44-4F8C-8A98-A9D55661C45B}"/>
          </ac:spMkLst>
        </pc:spChg>
        <pc:spChg chg="del">
          <ac:chgData name="Алексей Голубев" userId="3c8aa089e0d51831" providerId="LiveId" clId="{947F5B59-D7EF-4CC8-90F1-70FEFD02A923}" dt="2025-04-03T14:13:38.386" v="1375" actId="478"/>
          <ac:spMkLst>
            <pc:docMk/>
            <pc:sldMk cId="0" sldId="264"/>
            <ac:spMk id="62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4:13:37.456" v="1374" actId="478"/>
          <ac:spMkLst>
            <pc:docMk/>
            <pc:sldMk cId="0" sldId="264"/>
            <ac:spMk id="622" creationId="{00000000-0000-0000-0000-000000000000}"/>
          </ac:spMkLst>
        </pc:spChg>
        <pc:picChg chg="add del mod">
          <ac:chgData name="Алексей Голубев" userId="3c8aa089e0d51831" providerId="LiveId" clId="{947F5B59-D7EF-4CC8-90F1-70FEFD02A923}" dt="2025-04-03T14:19:55.445" v="1416" actId="478"/>
          <ac:picMkLst>
            <pc:docMk/>
            <pc:sldMk cId="0" sldId="264"/>
            <ac:picMk id="3" creationId="{CF668F45-D3EF-455B-B986-F9B164067D25}"/>
          </ac:picMkLst>
        </pc:picChg>
        <pc:picChg chg="add mod">
          <ac:chgData name="Алексей Голубев" userId="3c8aa089e0d51831" providerId="LiveId" clId="{947F5B59-D7EF-4CC8-90F1-70FEFD02A923}" dt="2025-04-03T14:20:50.361" v="1433" actId="1076"/>
          <ac:picMkLst>
            <pc:docMk/>
            <pc:sldMk cId="0" sldId="264"/>
            <ac:picMk id="5" creationId="{CB02B391-9CDF-4E61-9ECF-A194B82EE723}"/>
          </ac:picMkLst>
        </pc:picChg>
        <pc:picChg chg="del">
          <ac:chgData name="Алексей Голубев" userId="3c8aa089e0d51831" providerId="LiveId" clId="{947F5B59-D7EF-4CC8-90F1-70FEFD02A923}" dt="2025-04-03T14:13:39.030" v="1376" actId="478"/>
          <ac:picMkLst>
            <pc:docMk/>
            <pc:sldMk cId="0" sldId="264"/>
            <ac:picMk id="625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4:13:39.534" v="1377" actId="478"/>
          <ac:picMkLst>
            <pc:docMk/>
            <pc:sldMk cId="0" sldId="264"/>
            <ac:picMk id="626" creationId="{00000000-0000-0000-0000-000000000000}"/>
          </ac:picMkLst>
        </pc:picChg>
      </pc:sldChg>
      <pc:sldChg chg="addSp delSp modSp mod delAnim modAnim modNotes">
        <pc:chgData name="Алексей Голубев" userId="3c8aa089e0d51831" providerId="LiveId" clId="{947F5B59-D7EF-4CC8-90F1-70FEFD02A923}" dt="2025-04-03T14:32:56.445" v="1465" actId="1076"/>
        <pc:sldMkLst>
          <pc:docMk/>
          <pc:sldMk cId="0" sldId="265"/>
        </pc:sldMkLst>
        <pc:spChg chg="add mod">
          <ac:chgData name="Алексей Голубев" userId="3c8aa089e0d51831" providerId="LiveId" clId="{947F5B59-D7EF-4CC8-90F1-70FEFD02A923}" dt="2025-04-03T14:32:56.445" v="1465" actId="1076"/>
          <ac:spMkLst>
            <pc:docMk/>
            <pc:sldMk cId="0" sldId="265"/>
            <ac:spMk id="52" creationId="{A7D347D5-4E42-43D6-A7C2-FD91A65BED19}"/>
          </ac:spMkLst>
        </pc:spChg>
        <pc:spChg chg="add del mod">
          <ac:chgData name="Алексей Голубев" userId="3c8aa089e0d51831" providerId="LiveId" clId="{947F5B59-D7EF-4CC8-90F1-70FEFD02A923}" dt="2025-04-03T14:22:19.931" v="1437"/>
          <ac:spMkLst>
            <pc:docMk/>
            <pc:sldMk cId="0" sldId="265"/>
            <ac:spMk id="53" creationId="{498719F3-CF1C-4F8C-A79D-8B42B6609402}"/>
          </ac:spMkLst>
        </pc:spChg>
        <pc:spChg chg="del">
          <ac:chgData name="Алексей Голубев" userId="3c8aa089e0d51831" providerId="LiveId" clId="{947F5B59-D7EF-4CC8-90F1-70FEFD02A923}" dt="2025-04-03T14:13:42.092" v="1380" actId="478"/>
          <ac:spMkLst>
            <pc:docMk/>
            <pc:sldMk cId="0" sldId="265"/>
            <ac:spMk id="675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4:13:43.579" v="1382" actId="478"/>
          <ac:spMkLst>
            <pc:docMk/>
            <pc:sldMk cId="0" sldId="265"/>
            <ac:spMk id="676" creationId="{00000000-0000-0000-0000-000000000000}"/>
          </ac:spMkLst>
        </pc:spChg>
        <pc:picChg chg="add del mod">
          <ac:chgData name="Алексей Голубев" userId="3c8aa089e0d51831" providerId="LiveId" clId="{947F5B59-D7EF-4CC8-90F1-70FEFD02A923}" dt="2025-04-03T14:26:46.955" v="1448"/>
          <ac:picMkLst>
            <pc:docMk/>
            <pc:sldMk cId="0" sldId="265"/>
            <ac:picMk id="3" creationId="{9F81101E-9EFC-40A4-ABD4-E3E660E99865}"/>
          </ac:picMkLst>
        </pc:picChg>
        <pc:picChg chg="add del mod">
          <ac:chgData name="Алексей Голубев" userId="3c8aa089e0d51831" providerId="LiveId" clId="{947F5B59-D7EF-4CC8-90F1-70FEFD02A923}" dt="2025-04-03T14:28:04.932" v="1452" actId="478"/>
          <ac:picMkLst>
            <pc:docMk/>
            <pc:sldMk cId="0" sldId="265"/>
            <ac:picMk id="5" creationId="{49B1C162-09D5-43D5-A313-F27F359B439C}"/>
          </ac:picMkLst>
        </pc:picChg>
        <pc:picChg chg="add del mod">
          <ac:chgData name="Алексей Голубев" userId="3c8aa089e0d51831" providerId="LiveId" clId="{947F5B59-D7EF-4CC8-90F1-70FEFD02A923}" dt="2025-04-03T14:30:28.379" v="1461" actId="478"/>
          <ac:picMkLst>
            <pc:docMk/>
            <pc:sldMk cId="0" sldId="265"/>
            <ac:picMk id="7" creationId="{A6132E16-53DC-449F-854B-0C515304F281}"/>
          </ac:picMkLst>
        </pc:picChg>
        <pc:picChg chg="add del mod">
          <ac:chgData name="Алексей Голубев" userId="3c8aa089e0d51831" providerId="LiveId" clId="{947F5B59-D7EF-4CC8-90F1-70FEFD02A923}" dt="2025-04-03T14:31:56.374" v="1463" actId="478"/>
          <ac:picMkLst>
            <pc:docMk/>
            <pc:sldMk cId="0" sldId="265"/>
            <ac:picMk id="8" creationId="{A0E1E724-95BA-4637-954A-0F6AD2B7C673}"/>
          </ac:picMkLst>
        </pc:picChg>
        <pc:picChg chg="add mod">
          <ac:chgData name="Алексей Голубев" userId="3c8aa089e0d51831" providerId="LiveId" clId="{947F5B59-D7EF-4CC8-90F1-70FEFD02A923}" dt="2025-04-03T14:26:42.964" v="1447" actId="571"/>
          <ac:picMkLst>
            <pc:docMk/>
            <pc:sldMk cId="0" sldId="265"/>
            <ac:picMk id="56" creationId="{D25610FA-992D-4137-A5AD-F44EDDD1A89D}"/>
          </ac:picMkLst>
        </pc:picChg>
        <pc:picChg chg="del">
          <ac:chgData name="Алексей Голубев" userId="3c8aa089e0d51831" providerId="LiveId" clId="{947F5B59-D7EF-4CC8-90F1-70FEFD02A923}" dt="2025-04-03T14:13:40.962" v="1378" actId="478"/>
          <ac:picMkLst>
            <pc:docMk/>
            <pc:sldMk cId="0" sldId="265"/>
            <ac:picMk id="679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4:13:41.354" v="1379" actId="478"/>
          <ac:picMkLst>
            <pc:docMk/>
            <pc:sldMk cId="0" sldId="265"/>
            <ac:picMk id="680" creationId="{00000000-0000-0000-0000-000000000000}"/>
          </ac:picMkLst>
        </pc:picChg>
      </pc:sldChg>
      <pc:sldChg chg="addSp delSp modSp mod modNotes">
        <pc:chgData name="Алексей Голубев" userId="3c8aa089e0d51831" providerId="LiveId" clId="{947F5B59-D7EF-4CC8-90F1-70FEFD02A923}" dt="2025-04-03T14:43:53.202" v="1631" actId="1076"/>
        <pc:sldMkLst>
          <pc:docMk/>
          <pc:sldMk cId="0" sldId="266"/>
        </pc:sldMkLst>
        <pc:spChg chg="add mod">
          <ac:chgData name="Алексей Голубев" userId="3c8aa089e0d51831" providerId="LiveId" clId="{947F5B59-D7EF-4CC8-90F1-70FEFD02A923}" dt="2025-04-03T14:37:04.446" v="1575" actId="1076"/>
          <ac:spMkLst>
            <pc:docMk/>
            <pc:sldMk cId="0" sldId="266"/>
            <ac:spMk id="52" creationId="{9B191E8D-F181-4103-8B7A-AD0D06FB8CC2}"/>
          </ac:spMkLst>
        </pc:spChg>
        <pc:spChg chg="del">
          <ac:chgData name="Алексей Голубев" userId="3c8aa089e0d51831" providerId="LiveId" clId="{947F5B59-D7EF-4CC8-90F1-70FEFD02A923}" dt="2025-04-03T14:13:45.817" v="1383" actId="478"/>
          <ac:spMkLst>
            <pc:docMk/>
            <pc:sldMk cId="0" sldId="266"/>
            <ac:spMk id="729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4:13:49.652" v="1388" actId="478"/>
          <ac:spMkLst>
            <pc:docMk/>
            <pc:sldMk cId="0" sldId="266"/>
            <ac:spMk id="730" creationId="{00000000-0000-0000-0000-000000000000}"/>
          </ac:spMkLst>
        </pc:spChg>
        <pc:picChg chg="del">
          <ac:chgData name="Алексей Голубев" userId="3c8aa089e0d51831" providerId="LiveId" clId="{947F5B59-D7EF-4CC8-90F1-70FEFD02A923}" dt="2025-04-03T14:13:47.026" v="1385" actId="478"/>
          <ac:picMkLst>
            <pc:docMk/>
            <pc:sldMk cId="0" sldId="266"/>
            <ac:picMk id="733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4:13:46.446" v="1384" actId="478"/>
          <ac:picMkLst>
            <pc:docMk/>
            <pc:sldMk cId="0" sldId="266"/>
            <ac:picMk id="734" creationId="{00000000-0000-0000-0000-000000000000}"/>
          </ac:picMkLst>
        </pc:picChg>
        <pc:picChg chg="add mod">
          <ac:chgData name="Алексей Голубев" userId="3c8aa089e0d51831" providerId="LiveId" clId="{947F5B59-D7EF-4CC8-90F1-70FEFD02A923}" dt="2025-04-03T14:43:51.188" v="1630" actId="1076"/>
          <ac:picMkLst>
            <pc:docMk/>
            <pc:sldMk cId="0" sldId="266"/>
            <ac:picMk id="3074" creationId="{BFABD051-9AED-4664-95E7-01680C202F06}"/>
          </ac:picMkLst>
        </pc:picChg>
        <pc:picChg chg="add mod">
          <ac:chgData name="Алексей Голубев" userId="3c8aa089e0d51831" providerId="LiveId" clId="{947F5B59-D7EF-4CC8-90F1-70FEFD02A923}" dt="2025-04-03T14:43:53.202" v="1631" actId="1076"/>
          <ac:picMkLst>
            <pc:docMk/>
            <pc:sldMk cId="0" sldId="266"/>
            <ac:picMk id="3076" creationId="{9B80B30B-681A-4A83-A728-D0C188A00A26}"/>
          </ac:picMkLst>
        </pc:picChg>
        <pc:picChg chg="add mod">
          <ac:chgData name="Алексей Голубев" userId="3c8aa089e0d51831" providerId="LiveId" clId="{947F5B59-D7EF-4CC8-90F1-70FEFD02A923}" dt="2025-04-03T14:43:48.894" v="1629" actId="1076"/>
          <ac:picMkLst>
            <pc:docMk/>
            <pc:sldMk cId="0" sldId="266"/>
            <ac:picMk id="3078" creationId="{D6F8C1DB-4354-4FD2-A8F3-4275D3D858F2}"/>
          </ac:picMkLst>
        </pc:picChg>
      </pc:sldChg>
      <pc:sldChg chg="modSp add del mod modNotes">
        <pc:chgData name="Алексей Голубев" userId="3c8aa089e0d51831" providerId="LiveId" clId="{947F5B59-D7EF-4CC8-90F1-70FEFD02A923}" dt="2025-04-03T19:45:29.292" v="5477" actId="1076"/>
        <pc:sldMkLst>
          <pc:docMk/>
          <pc:sldMk cId="0" sldId="267"/>
        </pc:sldMkLst>
        <pc:spChg chg="mod">
          <ac:chgData name="Алексей Голубев" userId="3c8aa089e0d51831" providerId="LiveId" clId="{947F5B59-D7EF-4CC8-90F1-70FEFD02A923}" dt="2025-04-03T19:45:29.292" v="5477" actId="1076"/>
          <ac:spMkLst>
            <pc:docMk/>
            <pc:sldMk cId="0" sldId="267"/>
            <ac:spMk id="801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5:24.093" v="5476" actId="1076"/>
          <ac:spMkLst>
            <pc:docMk/>
            <pc:sldMk cId="0" sldId="267"/>
            <ac:spMk id="804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5:11.958" v="5474" actId="11530"/>
          <ac:grpSpMkLst>
            <pc:docMk/>
            <pc:sldMk cId="0" sldId="267"/>
            <ac:grpSpMk id="799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5:19.506" v="5475" actId="11530"/>
          <ac:grpSpMkLst>
            <pc:docMk/>
            <pc:sldMk cId="0" sldId="267"/>
            <ac:grpSpMk id="802" creationId="{00000000-0000-0000-0000-000000000000}"/>
          </ac:grpSpMkLst>
        </pc:grpChg>
      </pc:sldChg>
      <pc:sldChg chg="addSp delSp modSp del mod setBg modNotes">
        <pc:chgData name="Алексей Голубев" userId="3c8aa089e0d51831" providerId="LiveId" clId="{947F5B59-D7EF-4CC8-90F1-70FEFD02A923}" dt="2025-04-03T19:36:53.482" v="5419" actId="1076"/>
        <pc:sldMkLst>
          <pc:docMk/>
          <pc:sldMk cId="0" sldId="268"/>
        </pc:sldMkLst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79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79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79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79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797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79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79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0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0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02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07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0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0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2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7.612" v="802" actId="478"/>
          <ac:spMkLst>
            <pc:docMk/>
            <pc:sldMk cId="0" sldId="268"/>
            <ac:spMk id="81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7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0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2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7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30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3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3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3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3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3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42:32.257" v="794" actId="478"/>
          <ac:spMkLst>
            <pc:docMk/>
            <pc:sldMk cId="0" sldId="268"/>
            <ac:spMk id="837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2:42:34.872" v="796" actId="478"/>
          <ac:spMkLst>
            <pc:docMk/>
            <pc:sldMk cId="0" sldId="268"/>
            <ac:spMk id="83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39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6:29.597" v="5417" actId="1076"/>
          <ac:spMkLst>
            <pc:docMk/>
            <pc:sldMk cId="0" sldId="268"/>
            <ac:spMk id="855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6:53.482" v="5419" actId="1076"/>
          <ac:spMkLst>
            <pc:docMk/>
            <pc:sldMk cId="0" sldId="268"/>
            <ac:spMk id="858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6:22.407" v="5416" actId="11530"/>
          <ac:grpSpMkLst>
            <pc:docMk/>
            <pc:sldMk cId="0" sldId="268"/>
            <ac:grpSpMk id="853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6:37.959" v="5418" actId="11530"/>
          <ac:grpSpMkLst>
            <pc:docMk/>
            <pc:sldMk cId="0" sldId="268"/>
            <ac:grpSpMk id="856" creationId="{00000000-0000-0000-0000-000000000000}"/>
          </ac:grpSpMkLst>
        </pc:grpChg>
        <pc:picChg chg="add del mod">
          <ac:chgData name="Алексей Голубев" userId="3c8aa089e0d51831" providerId="LiveId" clId="{947F5B59-D7EF-4CC8-90F1-70FEFD02A923}" dt="2025-04-03T12:57:45.599" v="811" actId="478"/>
          <ac:picMkLst>
            <pc:docMk/>
            <pc:sldMk cId="0" sldId="268"/>
            <ac:picMk id="3" creationId="{0FD3047A-138B-41A5-9C25-5C952E42B91A}"/>
          </ac:picMkLst>
        </pc:picChg>
        <pc:picChg chg="add del mod">
          <ac:chgData name="Алексей Голубев" userId="3c8aa089e0d51831" providerId="LiveId" clId="{947F5B59-D7EF-4CC8-90F1-70FEFD02A923}" dt="2025-04-03T12:57:46.967" v="812" actId="478"/>
          <ac:picMkLst>
            <pc:docMk/>
            <pc:sldMk cId="0" sldId="268"/>
            <ac:picMk id="5" creationId="{8E00C6B4-3716-4CA9-8A74-6D1090AA7192}"/>
          </ac:picMkLst>
        </pc:picChg>
        <pc:picChg chg="add del mod">
          <ac:chgData name="Алексей Голубев" userId="3c8aa089e0d51831" providerId="LiveId" clId="{947F5B59-D7EF-4CC8-90F1-70FEFD02A923}" dt="2025-04-03T12:57:44.136" v="810" actId="478"/>
          <ac:picMkLst>
            <pc:docMk/>
            <pc:sldMk cId="0" sldId="268"/>
            <ac:picMk id="7" creationId="{8EE9CC3A-14F1-424C-ABF1-7C3DB0C1A79E}"/>
          </ac:picMkLst>
        </pc:picChg>
        <pc:picChg chg="add del mod">
          <ac:chgData name="Алексей Голубев" userId="3c8aa089e0d51831" providerId="LiveId" clId="{947F5B59-D7EF-4CC8-90F1-70FEFD02A923}" dt="2025-04-03T13:01:58.676" v="816" actId="478"/>
          <ac:picMkLst>
            <pc:docMk/>
            <pc:sldMk cId="0" sldId="268"/>
            <ac:picMk id="9" creationId="{260DC46C-BA01-4E97-9207-6DB3EFF0C605}"/>
          </ac:picMkLst>
        </pc:picChg>
        <pc:picChg chg="add mod">
          <ac:chgData name="Алексей Голубев" userId="3c8aa089e0d51831" providerId="LiveId" clId="{947F5B59-D7EF-4CC8-90F1-70FEFD02A923}" dt="2025-04-03T13:05:47.315" v="874" actId="1076"/>
          <ac:picMkLst>
            <pc:docMk/>
            <pc:sldMk cId="0" sldId="268"/>
            <ac:picMk id="11" creationId="{C58588FE-4819-4F7B-90A6-99C9ED7FE74D}"/>
          </ac:picMkLst>
        </pc:picChg>
        <pc:picChg chg="add mod">
          <ac:chgData name="Алексей Голубев" userId="3c8aa089e0d51831" providerId="LiveId" clId="{947F5B59-D7EF-4CC8-90F1-70FEFD02A923}" dt="2025-04-03T13:06:25.688" v="889" actId="1076"/>
          <ac:picMkLst>
            <pc:docMk/>
            <pc:sldMk cId="0" sldId="268"/>
            <ac:picMk id="13" creationId="{6E15E1BB-9CC6-4C30-A35F-0E4ECEEDBF90}"/>
          </ac:picMkLst>
        </pc:picChg>
        <pc:picChg chg="add mod">
          <ac:chgData name="Алексей Голубев" userId="3c8aa089e0d51831" providerId="LiveId" clId="{947F5B59-D7EF-4CC8-90F1-70FEFD02A923}" dt="2025-04-03T13:05:59.732" v="878" actId="1076"/>
          <ac:picMkLst>
            <pc:docMk/>
            <pc:sldMk cId="0" sldId="268"/>
            <ac:picMk id="15" creationId="{0287DA47-BD0F-46A9-871D-C1C3047ED8B3}"/>
          </ac:picMkLst>
        </pc:picChg>
        <pc:picChg chg="add mod">
          <ac:chgData name="Алексей Голубев" userId="3c8aa089e0d51831" providerId="LiveId" clId="{947F5B59-D7EF-4CC8-90F1-70FEFD02A923}" dt="2025-04-03T13:05:42.550" v="871" actId="1076"/>
          <ac:picMkLst>
            <pc:docMk/>
            <pc:sldMk cId="0" sldId="268"/>
            <ac:picMk id="65" creationId="{699CBB25-F603-4982-956E-94AE7F7CAD96}"/>
          </ac:picMkLst>
        </pc:picChg>
        <pc:picChg chg="add mod">
          <ac:chgData name="Алексей Голубев" userId="3c8aa089e0d51831" providerId="LiveId" clId="{947F5B59-D7EF-4CC8-90F1-70FEFD02A923}" dt="2025-04-03T13:06:08.624" v="883" actId="1076"/>
          <ac:picMkLst>
            <pc:docMk/>
            <pc:sldMk cId="0" sldId="268"/>
            <ac:picMk id="66" creationId="{786771FF-86CE-43BF-A54E-943662F01CD0}"/>
          </ac:picMkLst>
        </pc:picChg>
        <pc:picChg chg="add mod">
          <ac:chgData name="Алексей Голубев" userId="3c8aa089e0d51831" providerId="LiveId" clId="{947F5B59-D7EF-4CC8-90F1-70FEFD02A923}" dt="2025-04-03T13:06:23.630" v="887" actId="1076"/>
          <ac:picMkLst>
            <pc:docMk/>
            <pc:sldMk cId="0" sldId="268"/>
            <ac:picMk id="67" creationId="{1812EEE9-1FDE-4404-995D-4CE0E5C78E35}"/>
          </ac:picMkLst>
        </pc:picChg>
        <pc:picChg chg="add mod">
          <ac:chgData name="Алексей Голубев" userId="3c8aa089e0d51831" providerId="LiveId" clId="{947F5B59-D7EF-4CC8-90F1-70FEFD02A923}" dt="2025-04-03T13:05:15.696" v="849" actId="1076"/>
          <ac:picMkLst>
            <pc:docMk/>
            <pc:sldMk cId="0" sldId="268"/>
            <ac:picMk id="68" creationId="{DFDBC9DA-D199-4887-93F0-6527236D46BA}"/>
          </ac:picMkLst>
        </pc:picChg>
        <pc:picChg chg="add mod">
          <ac:chgData name="Алексей Голубев" userId="3c8aa089e0d51831" providerId="LiveId" clId="{947F5B59-D7EF-4CC8-90F1-70FEFD02A923}" dt="2025-04-03T13:05:40.296" v="870" actId="1076"/>
          <ac:picMkLst>
            <pc:docMk/>
            <pc:sldMk cId="0" sldId="268"/>
            <ac:picMk id="69" creationId="{63B0DA02-C9BE-41AF-BEE8-119231F64625}"/>
          </ac:picMkLst>
        </pc:picChg>
        <pc:picChg chg="add mod">
          <ac:chgData name="Алексей Голубев" userId="3c8aa089e0d51831" providerId="LiveId" clId="{947F5B59-D7EF-4CC8-90F1-70FEFD02A923}" dt="2025-04-03T13:06:21.524" v="886" actId="1076"/>
          <ac:picMkLst>
            <pc:docMk/>
            <pc:sldMk cId="0" sldId="268"/>
            <ac:picMk id="70" creationId="{E29B68B6-B90E-4118-B198-54A5CFF0A61C}"/>
          </ac:picMkLst>
        </pc:picChg>
        <pc:picChg chg="add mod">
          <ac:chgData name="Алексей Голубев" userId="3c8aa089e0d51831" providerId="LiveId" clId="{947F5B59-D7EF-4CC8-90F1-70FEFD02A923}" dt="2025-04-03T13:05:20.863" v="855" actId="1076"/>
          <ac:picMkLst>
            <pc:docMk/>
            <pc:sldMk cId="0" sldId="268"/>
            <ac:picMk id="71" creationId="{D8AEF5C0-D41F-498B-908D-CEE211DE886E}"/>
          </ac:picMkLst>
        </pc:picChg>
        <pc:picChg chg="add mod">
          <ac:chgData name="Алексей Голубев" userId="3c8aa089e0d51831" providerId="LiveId" clId="{947F5B59-D7EF-4CC8-90F1-70FEFD02A923}" dt="2025-04-03T13:05:57.484" v="877" actId="1076"/>
          <ac:picMkLst>
            <pc:docMk/>
            <pc:sldMk cId="0" sldId="268"/>
            <ac:picMk id="72" creationId="{08126504-2790-43FD-962A-D2CF84B7C5BB}"/>
          </ac:picMkLst>
        </pc:picChg>
        <pc:picChg chg="add mod">
          <ac:chgData name="Алексей Голубев" userId="3c8aa089e0d51831" providerId="LiveId" clId="{947F5B59-D7EF-4CC8-90F1-70FEFD02A923}" dt="2025-04-03T13:05:50.221" v="875" actId="1076"/>
          <ac:picMkLst>
            <pc:docMk/>
            <pc:sldMk cId="0" sldId="268"/>
            <ac:picMk id="73" creationId="{22B63537-E20E-4848-93D2-56AEF2743800}"/>
          </ac:picMkLst>
        </pc:picChg>
        <pc:picChg chg="add mod">
          <ac:chgData name="Алексей Голубев" userId="3c8aa089e0d51831" providerId="LiveId" clId="{947F5B59-D7EF-4CC8-90F1-70FEFD02A923}" dt="2025-04-03T13:05:39.096" v="869" actId="1076"/>
          <ac:picMkLst>
            <pc:docMk/>
            <pc:sldMk cId="0" sldId="268"/>
            <ac:picMk id="74" creationId="{AC6312D9-F3A2-474F-A580-FF2325CFE1D2}"/>
          </ac:picMkLst>
        </pc:picChg>
        <pc:picChg chg="add mod">
          <ac:chgData name="Алексей Голубев" userId="3c8aa089e0d51831" providerId="LiveId" clId="{947F5B59-D7EF-4CC8-90F1-70FEFD02A923}" dt="2025-04-03T13:05:30.868" v="866" actId="1076"/>
          <ac:picMkLst>
            <pc:docMk/>
            <pc:sldMk cId="0" sldId="268"/>
            <ac:picMk id="75" creationId="{FBC92484-EF4F-4145-95E0-42181DADC035}"/>
          </ac:picMkLst>
        </pc:picChg>
        <pc:picChg chg="del">
          <ac:chgData name="Алексей Голубев" userId="3c8aa089e0d51831" providerId="LiveId" clId="{947F5B59-D7EF-4CC8-90F1-70FEFD02A923}" dt="2025-04-03T12:56:55.671" v="801" actId="478"/>
          <ac:picMkLst>
            <pc:docMk/>
            <pc:sldMk cId="0" sldId="268"/>
            <ac:picMk id="806" creationId="{00000000-0000-0000-0000-000000000000}"/>
          </ac:picMkLst>
        </pc:picChg>
        <pc:picChg chg="mod">
          <ac:chgData name="Алексей Голубев" userId="3c8aa089e0d51831" providerId="LiveId" clId="{947F5B59-D7EF-4CC8-90F1-70FEFD02A923}" dt="2025-04-03T12:57:03.064" v="803" actId="1076"/>
          <ac:picMkLst>
            <pc:docMk/>
            <pc:sldMk cId="0" sldId="268"/>
            <ac:picMk id="832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2:42:30.554" v="792" actId="478"/>
          <ac:picMkLst>
            <pc:docMk/>
            <pc:sldMk cId="0" sldId="268"/>
            <ac:picMk id="840" creationId="{00000000-0000-0000-0000-000000000000}"/>
          </ac:picMkLst>
        </pc:picChg>
        <pc:cxnChg chg="del mod">
          <ac:chgData name="Алексей Голубев" userId="3c8aa089e0d51831" providerId="LiveId" clId="{947F5B59-D7EF-4CC8-90F1-70FEFD02A923}" dt="2025-04-03T12:42:35.791" v="798" actId="478"/>
          <ac:cxnSpMkLst>
            <pc:docMk/>
            <pc:sldMk cId="0" sldId="268"/>
            <ac:cxnSpMk id="792" creationId="{00000000-0000-0000-0000-000000000000}"/>
          </ac:cxnSpMkLst>
        </pc:cxnChg>
      </pc:sldChg>
      <pc:sldChg chg="del modNotes">
        <pc:chgData name="Алексей Голубев" userId="3c8aa089e0d51831" providerId="LiveId" clId="{947F5B59-D7EF-4CC8-90F1-70FEFD02A923}" dt="2025-04-05T13:49:21.462" v="7789" actId="47"/>
        <pc:sldMkLst>
          <pc:docMk/>
          <pc:sldMk cId="0" sldId="269"/>
        </pc:sldMkLst>
      </pc:sldChg>
      <pc:sldChg chg="del modNotes">
        <pc:chgData name="Алексей Голубев" userId="3c8aa089e0d51831" providerId="LiveId" clId="{947F5B59-D7EF-4CC8-90F1-70FEFD02A923}" dt="2025-04-05T13:49:21.884" v="7790" actId="47"/>
        <pc:sldMkLst>
          <pc:docMk/>
          <pc:sldMk cId="0" sldId="270"/>
        </pc:sldMkLst>
      </pc:sldChg>
      <pc:sldChg chg="addSp delSp del mod modNotes">
        <pc:chgData name="Алексей Голубев" userId="3c8aa089e0d51831" providerId="LiveId" clId="{947F5B59-D7EF-4CC8-90F1-70FEFD02A923}" dt="2025-04-05T13:49:22.261" v="7791" actId="47"/>
        <pc:sldMkLst>
          <pc:docMk/>
          <pc:sldMk cId="0" sldId="271"/>
        </pc:sldMkLst>
        <pc:spChg chg="add del">
          <ac:chgData name="Алексей Голубев" userId="3c8aa089e0d51831" providerId="LiveId" clId="{947F5B59-D7EF-4CC8-90F1-70FEFD02A923}" dt="2025-04-03T15:03:14.908" v="1859" actId="22"/>
          <ac:spMkLst>
            <pc:docMk/>
            <pc:sldMk cId="0" sldId="271"/>
            <ac:spMk id="49" creationId="{974DA2BE-0E25-46EB-B90C-B6E98A8E7161}"/>
          </ac:spMkLst>
        </pc:spChg>
        <pc:spChg chg="add del">
          <ac:chgData name="Алексей Голубев" userId="3c8aa089e0d51831" providerId="LiveId" clId="{947F5B59-D7EF-4CC8-90F1-70FEFD02A923}" dt="2025-04-03T15:03:17.318" v="1861" actId="22"/>
          <ac:spMkLst>
            <pc:docMk/>
            <pc:sldMk cId="0" sldId="271"/>
            <ac:spMk id="51" creationId="{949EC6A4-5D98-4A68-959B-5C5E33F5108C}"/>
          </ac:spMkLst>
        </pc:spChg>
      </pc:sldChg>
      <pc:sldChg chg="del modNotes">
        <pc:chgData name="Алексей Голубев" userId="3c8aa089e0d51831" providerId="LiveId" clId="{947F5B59-D7EF-4CC8-90F1-70FEFD02A923}" dt="2025-04-05T13:49:22.670" v="7792" actId="47"/>
        <pc:sldMkLst>
          <pc:docMk/>
          <pc:sldMk cId="0" sldId="272"/>
        </pc:sldMkLst>
      </pc:sldChg>
      <pc:sldChg chg="modSp del mod ord">
        <pc:chgData name="Алексей Голубев" userId="3c8aa089e0d51831" providerId="LiveId" clId="{947F5B59-D7EF-4CC8-90F1-70FEFD02A923}" dt="2025-04-03T17:29:11.816" v="3628" actId="47"/>
        <pc:sldMkLst>
          <pc:docMk/>
          <pc:sldMk cId="0" sldId="273"/>
        </pc:sldMkLst>
        <pc:picChg chg="mod">
          <ac:chgData name="Алексей Голубев" userId="3c8aa089e0d51831" providerId="LiveId" clId="{947F5B59-D7EF-4CC8-90F1-70FEFD02A923}" dt="2025-04-03T08:53:29.707" v="404" actId="1076"/>
          <ac:picMkLst>
            <pc:docMk/>
            <pc:sldMk cId="0" sldId="273"/>
            <ac:picMk id="1107" creationId="{00000000-0000-0000-0000-000000000000}"/>
          </ac:picMkLst>
        </pc:picChg>
      </pc:sldChg>
      <pc:sldChg chg="del modNotes">
        <pc:chgData name="Алексей Голубев" userId="3c8aa089e0d51831" providerId="LiveId" clId="{947F5B59-D7EF-4CC8-90F1-70FEFD02A923}" dt="2025-04-05T13:49:22.984" v="7793" actId="47"/>
        <pc:sldMkLst>
          <pc:docMk/>
          <pc:sldMk cId="0" sldId="274"/>
        </pc:sldMkLst>
      </pc:sldChg>
      <pc:sldChg chg="del modNotes">
        <pc:chgData name="Алексей Голубев" userId="3c8aa089e0d51831" providerId="LiveId" clId="{947F5B59-D7EF-4CC8-90F1-70FEFD02A923}" dt="2025-04-05T13:49:23.311" v="7794" actId="47"/>
        <pc:sldMkLst>
          <pc:docMk/>
          <pc:sldMk cId="0" sldId="275"/>
        </pc:sldMkLst>
      </pc:sldChg>
      <pc:sldChg chg="del modNotes">
        <pc:chgData name="Алексей Голубев" userId="3c8aa089e0d51831" providerId="LiveId" clId="{947F5B59-D7EF-4CC8-90F1-70FEFD02A923}" dt="2025-04-05T13:49:23.598" v="7795" actId="47"/>
        <pc:sldMkLst>
          <pc:docMk/>
          <pc:sldMk cId="0" sldId="276"/>
        </pc:sldMkLst>
      </pc:sldChg>
      <pc:sldChg chg="del modNotes">
        <pc:chgData name="Алексей Голубев" userId="3c8aa089e0d51831" providerId="LiveId" clId="{947F5B59-D7EF-4CC8-90F1-70FEFD02A923}" dt="2025-04-05T13:49:23.927" v="7796" actId="47"/>
        <pc:sldMkLst>
          <pc:docMk/>
          <pc:sldMk cId="0" sldId="277"/>
        </pc:sldMkLst>
      </pc:sldChg>
      <pc:sldChg chg="addSp delSp modSp add mod modAnim">
        <pc:chgData name="Алексей Голубев" userId="3c8aa089e0d51831" providerId="LiveId" clId="{947F5B59-D7EF-4CC8-90F1-70FEFD02A923}" dt="2025-04-03T17:28:33.453" v="3623" actId="113"/>
        <pc:sldMkLst>
          <pc:docMk/>
          <pc:sldMk cId="1634392494" sldId="278"/>
        </pc:sldMkLst>
        <pc:spChg chg="add mod">
          <ac:chgData name="Алексей Голубев" userId="3c8aa089e0d51831" providerId="LiveId" clId="{947F5B59-D7EF-4CC8-90F1-70FEFD02A923}" dt="2025-04-03T17:28:33.453" v="3623" actId="113"/>
          <ac:spMkLst>
            <pc:docMk/>
            <pc:sldMk cId="1634392494" sldId="278"/>
            <ac:spMk id="48" creationId="{A749437B-7BB7-4CA7-AE00-0C99FCE04B76}"/>
          </ac:spMkLst>
        </pc:spChg>
        <pc:picChg chg="add mod">
          <ac:chgData name="Алексей Голубев" userId="3c8aa089e0d51831" providerId="LiveId" clId="{947F5B59-D7EF-4CC8-90F1-70FEFD02A923}" dt="2025-04-03T15:33:52.117" v="2467" actId="1076"/>
          <ac:picMkLst>
            <pc:docMk/>
            <pc:sldMk cId="1634392494" sldId="278"/>
            <ac:picMk id="2" creationId="{6237B031-0084-4588-A894-0AED13AE5E5A}"/>
          </ac:picMkLst>
        </pc:picChg>
        <pc:picChg chg="add mod">
          <ac:chgData name="Алексей Голубев" userId="3c8aa089e0d51831" providerId="LiveId" clId="{947F5B59-D7EF-4CC8-90F1-70FEFD02A923}" dt="2025-04-03T15:34:50.860" v="2472" actId="1076"/>
          <ac:picMkLst>
            <pc:docMk/>
            <pc:sldMk cId="1634392494" sldId="278"/>
            <ac:picMk id="3" creationId="{DE8DD548-418F-49AA-8AB5-0E055FC1E113}"/>
          </ac:picMkLst>
        </pc:picChg>
        <pc:picChg chg="add mod">
          <ac:chgData name="Алексей Голубев" userId="3c8aa089e0d51831" providerId="LiveId" clId="{947F5B59-D7EF-4CC8-90F1-70FEFD02A923}" dt="2025-04-03T15:36:04.747" v="2480" actId="1076"/>
          <ac:picMkLst>
            <pc:docMk/>
            <pc:sldMk cId="1634392494" sldId="278"/>
            <ac:picMk id="5" creationId="{3162C82D-5A92-4DD6-9C41-413E7576FBA4}"/>
          </ac:picMkLst>
        </pc:picChg>
        <pc:picChg chg="add del mod">
          <ac:chgData name="Алексей Голубев" userId="3c8aa089e0d51831" providerId="LiveId" clId="{947F5B59-D7EF-4CC8-90F1-70FEFD02A923}" dt="2025-04-03T15:29:14.212" v="2308" actId="478"/>
          <ac:picMkLst>
            <pc:docMk/>
            <pc:sldMk cId="1634392494" sldId="278"/>
            <ac:picMk id="5122" creationId="{A5B45AF8-EA98-4A20-B61E-8C7EC2743F15}"/>
          </ac:picMkLst>
        </pc:picChg>
        <pc:picChg chg="add mod">
          <ac:chgData name="Алексей Голубев" userId="3c8aa089e0d51831" providerId="LiveId" clId="{947F5B59-D7EF-4CC8-90F1-70FEFD02A923}" dt="2025-04-03T15:33:21.969" v="2463" actId="1076"/>
          <ac:picMkLst>
            <pc:docMk/>
            <pc:sldMk cId="1634392494" sldId="278"/>
            <ac:picMk id="5124" creationId="{7C2060CD-02B8-49A5-AD5E-97B380B38518}"/>
          </ac:picMkLst>
        </pc:picChg>
        <pc:picChg chg="add mod">
          <ac:chgData name="Алексей Голубев" userId="3c8aa089e0d51831" providerId="LiveId" clId="{947F5B59-D7EF-4CC8-90F1-70FEFD02A923}" dt="2025-04-03T15:33:18.344" v="2462" actId="1076"/>
          <ac:picMkLst>
            <pc:docMk/>
            <pc:sldMk cId="1634392494" sldId="278"/>
            <ac:picMk id="5126" creationId="{7DB0D6BF-21AA-4EEA-A2C7-1A0B97BA6CCD}"/>
          </ac:picMkLst>
        </pc:picChg>
      </pc:sldChg>
      <pc:sldChg chg="addSp modSp add mod">
        <pc:chgData name="Алексей Голубев" userId="3c8aa089e0d51831" providerId="LiveId" clId="{947F5B59-D7EF-4CC8-90F1-70FEFD02A923}" dt="2025-04-03T17:28:16.925" v="3619" actId="113"/>
        <pc:sldMkLst>
          <pc:docMk/>
          <pc:sldMk cId="1843021514" sldId="279"/>
        </pc:sldMkLst>
        <pc:spChg chg="add mod">
          <ac:chgData name="Алексей Голубев" userId="3c8aa089e0d51831" providerId="LiveId" clId="{947F5B59-D7EF-4CC8-90F1-70FEFD02A923}" dt="2025-04-03T17:28:16.925" v="3619" actId="113"/>
          <ac:spMkLst>
            <pc:docMk/>
            <pc:sldMk cId="1843021514" sldId="279"/>
            <ac:spMk id="48" creationId="{3ADABB55-D259-4F6B-93EC-A001C73A2B89}"/>
          </ac:spMkLst>
        </pc:spChg>
        <pc:picChg chg="add mod">
          <ac:chgData name="Алексей Голубев" userId="3c8aa089e0d51831" providerId="LiveId" clId="{947F5B59-D7EF-4CC8-90F1-70FEFD02A923}" dt="2025-04-03T15:21:56.478" v="2228" actId="1076"/>
          <ac:picMkLst>
            <pc:docMk/>
            <pc:sldMk cId="1843021514" sldId="279"/>
            <ac:picMk id="3" creationId="{DF18A868-A92A-4302-AA7A-EEEE7DD52C35}"/>
          </ac:picMkLst>
        </pc:picChg>
      </pc:sldChg>
      <pc:sldChg chg="addSp modSp add mod">
        <pc:chgData name="Алексей Голубев" userId="3c8aa089e0d51831" providerId="LiveId" clId="{947F5B59-D7EF-4CC8-90F1-70FEFD02A923}" dt="2025-04-03T17:41:21.258" v="3753" actId="113"/>
        <pc:sldMkLst>
          <pc:docMk/>
          <pc:sldMk cId="3516333562" sldId="280"/>
        </pc:sldMkLst>
        <pc:spChg chg="add mod">
          <ac:chgData name="Алексей Голубев" userId="3c8aa089e0d51831" providerId="LiveId" clId="{947F5B59-D7EF-4CC8-90F1-70FEFD02A923}" dt="2025-04-03T17:41:21.258" v="3753" actId="113"/>
          <ac:spMkLst>
            <pc:docMk/>
            <pc:sldMk cId="3516333562" sldId="280"/>
            <ac:spMk id="48" creationId="{436A96CD-CDC7-433C-A622-D11AC550F61E}"/>
          </ac:spMkLst>
        </pc:spChg>
        <pc:picChg chg="add mod">
          <ac:chgData name="Алексей Голубев" userId="3c8aa089e0d51831" providerId="LiveId" clId="{947F5B59-D7EF-4CC8-90F1-70FEFD02A923}" dt="2025-04-03T15:18:19.698" v="2087" actId="1076"/>
          <ac:picMkLst>
            <pc:docMk/>
            <pc:sldMk cId="3516333562" sldId="280"/>
            <ac:picMk id="4098" creationId="{19A81E08-2F70-4144-BF4D-78CEA898885B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5:00:59.839" v="1856" actId="1076"/>
        <pc:sldMkLst>
          <pc:docMk/>
          <pc:sldMk cId="3573581823" sldId="281"/>
        </pc:sldMkLst>
        <pc:spChg chg="add mod">
          <ac:chgData name="Алексей Голубев" userId="3c8aa089e0d51831" providerId="LiveId" clId="{947F5B59-D7EF-4CC8-90F1-70FEFD02A923}" dt="2025-04-03T15:00:01.730" v="1845" actId="1076"/>
          <ac:spMkLst>
            <pc:docMk/>
            <pc:sldMk cId="3573581823" sldId="281"/>
            <ac:spMk id="48" creationId="{67042DCF-D656-4476-85F8-EDE18176C182}"/>
          </ac:spMkLst>
        </pc:spChg>
        <pc:picChg chg="add del mod">
          <ac:chgData name="Алексей Голубев" userId="3c8aa089e0d51831" providerId="LiveId" clId="{947F5B59-D7EF-4CC8-90F1-70FEFD02A923}" dt="2025-04-03T15:00:50.272" v="1855" actId="478"/>
          <ac:picMkLst>
            <pc:docMk/>
            <pc:sldMk cId="3573581823" sldId="281"/>
            <ac:picMk id="3" creationId="{8BA5F333-3AB0-44D3-8423-49D5524A0A43}"/>
          </ac:picMkLst>
        </pc:picChg>
        <pc:picChg chg="add mod">
          <ac:chgData name="Алексей Голубев" userId="3c8aa089e0d51831" providerId="LiveId" clId="{947F5B59-D7EF-4CC8-90F1-70FEFD02A923}" dt="2025-04-03T15:00:59.839" v="1856" actId="1076"/>
          <ac:picMkLst>
            <pc:docMk/>
            <pc:sldMk cId="3573581823" sldId="281"/>
            <ac:picMk id="5" creationId="{8B9BFCC9-B67A-42A2-AFE1-CE3800F54813}"/>
          </ac:picMkLst>
        </pc:picChg>
      </pc:sldChg>
      <pc:sldChg chg="addSp modSp add mod ord">
        <pc:chgData name="Алексей Голубев" userId="3c8aa089e0d51831" providerId="LiveId" clId="{947F5B59-D7EF-4CC8-90F1-70FEFD02A923}" dt="2025-04-03T14:57:58.298" v="1785" actId="1076"/>
        <pc:sldMkLst>
          <pc:docMk/>
          <pc:sldMk cId="2052381674" sldId="282"/>
        </pc:sldMkLst>
        <pc:spChg chg="add mod">
          <ac:chgData name="Алексей Голубев" userId="3c8aa089e0d51831" providerId="LiveId" clId="{947F5B59-D7EF-4CC8-90F1-70FEFD02A923}" dt="2025-04-03T14:57:58.298" v="1785" actId="1076"/>
          <ac:spMkLst>
            <pc:docMk/>
            <pc:sldMk cId="2052381674" sldId="282"/>
            <ac:spMk id="48" creationId="{B7BA324A-5DD3-4182-863B-A6711ECED2B8}"/>
          </ac:spMkLst>
        </pc:spChg>
      </pc:sldChg>
      <pc:sldChg chg="addSp delSp modSp add mod ord">
        <pc:chgData name="Алексей Голубев" userId="3c8aa089e0d51831" providerId="LiveId" clId="{947F5B59-D7EF-4CC8-90F1-70FEFD02A923}" dt="2025-04-03T15:01:13.405" v="1857" actId="1076"/>
        <pc:sldMkLst>
          <pc:docMk/>
          <pc:sldMk cId="3219919111" sldId="283"/>
        </pc:sldMkLst>
        <pc:spChg chg="add mod">
          <ac:chgData name="Алексей Голубев" userId="3c8aa089e0d51831" providerId="LiveId" clId="{947F5B59-D7EF-4CC8-90F1-70FEFD02A923}" dt="2025-04-03T15:01:13.405" v="1857" actId="1076"/>
          <ac:spMkLst>
            <pc:docMk/>
            <pc:sldMk cId="3219919111" sldId="283"/>
            <ac:spMk id="48" creationId="{7F290D76-C723-4D67-9195-0ADA30C407CB}"/>
          </ac:spMkLst>
        </pc:spChg>
        <pc:picChg chg="add del mod">
          <ac:chgData name="Алексей Голубев" userId="3c8aa089e0d51831" providerId="LiveId" clId="{947F5B59-D7EF-4CC8-90F1-70FEFD02A923}" dt="2025-04-03T14:58:34.468" v="1787" actId="478"/>
          <ac:picMkLst>
            <pc:docMk/>
            <pc:sldMk cId="3219919111" sldId="283"/>
            <ac:picMk id="3" creationId="{AA427C77-DA95-44DC-B4C4-C3B63ABABB3C}"/>
          </ac:picMkLst>
        </pc:picChg>
        <pc:picChg chg="add del mod">
          <ac:chgData name="Алексей Голубев" userId="3c8aa089e0d51831" providerId="LiveId" clId="{947F5B59-D7EF-4CC8-90F1-70FEFD02A923}" dt="2025-04-03T14:58:33.246" v="1786" actId="478"/>
          <ac:picMkLst>
            <pc:docMk/>
            <pc:sldMk cId="3219919111" sldId="283"/>
            <ac:picMk id="5" creationId="{A0B3BD22-4B25-491C-868D-FCFA444FE6D1}"/>
          </ac:picMkLst>
        </pc:picChg>
      </pc:sldChg>
      <pc:sldChg chg="addSp delSp modSp add mod ord">
        <pc:chgData name="Алексей Голубев" userId="3c8aa089e0d51831" providerId="LiveId" clId="{947F5B59-D7EF-4CC8-90F1-70FEFD02A923}" dt="2025-04-03T17:28:27.941" v="3622" actId="113"/>
        <pc:sldMkLst>
          <pc:docMk/>
          <pc:sldMk cId="3962314782" sldId="284"/>
        </pc:sldMkLst>
        <pc:spChg chg="add del mod">
          <ac:chgData name="Алексей Голубев" userId="3c8aa089e0d51831" providerId="LiveId" clId="{947F5B59-D7EF-4CC8-90F1-70FEFD02A923}" dt="2025-04-03T15:08:58.274" v="1922" actId="20577"/>
          <ac:spMkLst>
            <pc:docMk/>
            <pc:sldMk cId="3962314782" sldId="284"/>
            <ac:spMk id="225" creationId="{00000000-0000-0000-0000-000000000000}"/>
          </ac:spMkLst>
        </pc:spChg>
        <pc:spChg chg="mod topLvl">
          <ac:chgData name="Алексей Голубев" userId="3c8aa089e0d51831" providerId="LiveId" clId="{947F5B59-D7EF-4CC8-90F1-70FEFD02A923}" dt="2025-04-03T17:28:22.824" v="3620" actId="113"/>
          <ac:spMkLst>
            <pc:docMk/>
            <pc:sldMk cId="3962314782" sldId="284"/>
            <ac:spMk id="227" creationId="{00000000-0000-0000-0000-000000000000}"/>
          </ac:spMkLst>
        </pc:spChg>
        <pc:spChg chg="del mod topLvl">
          <ac:chgData name="Алексей Голубев" userId="3c8aa089e0d51831" providerId="LiveId" clId="{947F5B59-D7EF-4CC8-90F1-70FEFD02A923}" dt="2025-04-03T15:09:17.395" v="1950" actId="478"/>
          <ac:spMkLst>
            <pc:docMk/>
            <pc:sldMk cId="3962314782" sldId="284"/>
            <ac:spMk id="228" creationId="{00000000-0000-0000-0000-000000000000}"/>
          </ac:spMkLst>
        </pc:spChg>
        <pc:spChg chg="mod topLvl">
          <ac:chgData name="Алексей Голубев" userId="3c8aa089e0d51831" providerId="LiveId" clId="{947F5B59-D7EF-4CC8-90F1-70FEFD02A923}" dt="2025-04-03T17:28:25.123" v="3621" actId="113"/>
          <ac:spMkLst>
            <pc:docMk/>
            <pc:sldMk cId="3962314782" sldId="284"/>
            <ac:spMk id="230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15:09:45.911" v="1983" actId="478"/>
          <ac:spMkLst>
            <pc:docMk/>
            <pc:sldMk cId="3962314782" sldId="284"/>
            <ac:spMk id="231" creationId="{00000000-0000-0000-0000-000000000000}"/>
          </ac:spMkLst>
        </pc:spChg>
        <pc:spChg chg="mod topLvl">
          <ac:chgData name="Алексей Голубев" userId="3c8aa089e0d51831" providerId="LiveId" clId="{947F5B59-D7EF-4CC8-90F1-70FEFD02A923}" dt="2025-04-03T17:28:27.941" v="3622" actId="113"/>
          <ac:spMkLst>
            <pc:docMk/>
            <pc:sldMk cId="3962314782" sldId="284"/>
            <ac:spMk id="233" creationId="{00000000-0000-0000-0000-000000000000}"/>
          </ac:spMkLst>
        </pc:spChg>
        <pc:spChg chg="del mod topLvl">
          <ac:chgData name="Алексей Голубев" userId="3c8aa089e0d51831" providerId="LiveId" clId="{947F5B59-D7EF-4CC8-90F1-70FEFD02A923}" dt="2025-04-03T15:12:10.792" v="2024" actId="478"/>
          <ac:spMkLst>
            <pc:docMk/>
            <pc:sldMk cId="3962314782" sldId="284"/>
            <ac:spMk id="234" creationId="{00000000-0000-0000-0000-000000000000}"/>
          </ac:spMkLst>
        </pc:spChg>
        <pc:grpChg chg="del">
          <ac:chgData name="Алексей Голубев" userId="3c8aa089e0d51831" providerId="LiveId" clId="{947F5B59-D7EF-4CC8-90F1-70FEFD02A923}" dt="2025-04-03T15:09:17.395" v="1950" actId="478"/>
          <ac:grpSpMkLst>
            <pc:docMk/>
            <pc:sldMk cId="3962314782" sldId="284"/>
            <ac:grpSpMk id="226" creationId="{00000000-0000-0000-0000-000000000000}"/>
          </ac:grpSpMkLst>
        </pc:grpChg>
        <pc:grpChg chg="del">
          <ac:chgData name="Алексей Голубев" userId="3c8aa089e0d51831" providerId="LiveId" clId="{947F5B59-D7EF-4CC8-90F1-70FEFD02A923}" dt="2025-04-03T15:09:45.911" v="1983" actId="478"/>
          <ac:grpSpMkLst>
            <pc:docMk/>
            <pc:sldMk cId="3962314782" sldId="284"/>
            <ac:grpSpMk id="229" creationId="{00000000-0000-0000-0000-000000000000}"/>
          </ac:grpSpMkLst>
        </pc:grpChg>
        <pc:grpChg chg="del">
          <ac:chgData name="Алексей Голубев" userId="3c8aa089e0d51831" providerId="LiveId" clId="{947F5B59-D7EF-4CC8-90F1-70FEFD02A923}" dt="2025-04-03T15:12:10.792" v="2024" actId="478"/>
          <ac:grpSpMkLst>
            <pc:docMk/>
            <pc:sldMk cId="3962314782" sldId="284"/>
            <ac:grpSpMk id="232" creationId="{00000000-0000-0000-0000-000000000000}"/>
          </ac:grpSpMkLst>
        </pc:grpChg>
        <pc:picChg chg="add del mod">
          <ac:chgData name="Алексей Голубев" userId="3c8aa089e0d51831" providerId="LiveId" clId="{947F5B59-D7EF-4CC8-90F1-70FEFD02A923}" dt="2025-04-03T15:40:08.056" v="2568"/>
          <ac:picMkLst>
            <pc:docMk/>
            <pc:sldMk cId="3962314782" sldId="284"/>
            <ac:picMk id="3" creationId="{2BDD7F75-84D9-4981-B90D-37F8A4ED1CB0}"/>
          </ac:picMkLst>
        </pc:picChg>
        <pc:picChg chg="add del">
          <ac:chgData name="Алексей Голубев" userId="3c8aa089e0d51831" providerId="LiveId" clId="{947F5B59-D7EF-4CC8-90F1-70FEFD02A923}" dt="2025-04-03T15:40:08.447" v="2569" actId="478"/>
          <ac:picMkLst>
            <pc:docMk/>
            <pc:sldMk cId="3962314782" sldId="284"/>
            <ac:picMk id="235" creationId="{00000000-0000-0000-0000-000000000000}"/>
          </ac:picMkLst>
        </pc:picChg>
      </pc:sldChg>
      <pc:sldChg chg="addSp modSp add mod">
        <pc:chgData name="Алексей Голубев" userId="3c8aa089e0d51831" providerId="LiveId" clId="{947F5B59-D7EF-4CC8-90F1-70FEFD02A923}" dt="2025-04-03T17:55:28.378" v="3825" actId="1076"/>
        <pc:sldMkLst>
          <pc:docMk/>
          <pc:sldMk cId="3518771019" sldId="285"/>
        </pc:sldMkLst>
        <pc:spChg chg="add mod">
          <ac:chgData name="Алексей Голубев" userId="3c8aa089e0d51831" providerId="LiveId" clId="{947F5B59-D7EF-4CC8-90F1-70FEFD02A923}" dt="2025-04-03T17:55:24.048" v="3824" actId="1076"/>
          <ac:spMkLst>
            <pc:docMk/>
            <pc:sldMk cId="3518771019" sldId="285"/>
            <ac:spMk id="48" creationId="{FE11B1B9-8B6B-481B-A178-2264F283BCB5}"/>
          </ac:spMkLst>
        </pc:spChg>
        <pc:picChg chg="add mod">
          <ac:chgData name="Алексей Голубев" userId="3c8aa089e0d51831" providerId="LiveId" clId="{947F5B59-D7EF-4CC8-90F1-70FEFD02A923}" dt="2025-04-03T17:55:28.378" v="3825" actId="1076"/>
          <ac:picMkLst>
            <pc:docMk/>
            <pc:sldMk cId="3518771019" sldId="285"/>
            <ac:picMk id="2050" creationId="{0A270A63-756E-45C1-892B-08688ED58595}"/>
          </ac:picMkLst>
        </pc:picChg>
      </pc:sldChg>
      <pc:sldChg chg="addSp modSp add mod">
        <pc:chgData name="Алексей Голубев" userId="3c8aa089e0d51831" providerId="LiveId" clId="{947F5B59-D7EF-4CC8-90F1-70FEFD02A923}" dt="2025-04-03T18:01:54.837" v="3910" actId="1076"/>
        <pc:sldMkLst>
          <pc:docMk/>
          <pc:sldMk cId="129572966" sldId="286"/>
        </pc:sldMkLst>
        <pc:spChg chg="add mod">
          <ac:chgData name="Алексей Голубев" userId="3c8aa089e0d51831" providerId="LiveId" clId="{947F5B59-D7EF-4CC8-90F1-70FEFD02A923}" dt="2025-04-03T18:01:36.148" v="3906" actId="1076"/>
          <ac:spMkLst>
            <pc:docMk/>
            <pc:sldMk cId="129572966" sldId="286"/>
            <ac:spMk id="48" creationId="{7920B98C-C210-42C6-A56B-26707659E171}"/>
          </ac:spMkLst>
        </pc:spChg>
        <pc:picChg chg="add mod">
          <ac:chgData name="Алексей Голубев" userId="3c8aa089e0d51831" providerId="LiveId" clId="{947F5B59-D7EF-4CC8-90F1-70FEFD02A923}" dt="2025-04-03T18:01:46.055" v="3909" actId="171"/>
          <ac:picMkLst>
            <pc:docMk/>
            <pc:sldMk cId="129572966" sldId="286"/>
            <ac:picMk id="9218" creationId="{820D36A7-20A4-49B7-9F53-A6085313879B}"/>
          </ac:picMkLst>
        </pc:picChg>
        <pc:picChg chg="add mod">
          <ac:chgData name="Алексей Голубев" userId="3c8aa089e0d51831" providerId="LiveId" clId="{947F5B59-D7EF-4CC8-90F1-70FEFD02A923}" dt="2025-04-03T18:01:54.837" v="3910" actId="1076"/>
          <ac:picMkLst>
            <pc:docMk/>
            <pc:sldMk cId="129572966" sldId="286"/>
            <ac:picMk id="9220" creationId="{E3038D9B-639A-4BB8-82A3-1BC2B44DD437}"/>
          </ac:picMkLst>
        </pc:picChg>
      </pc:sldChg>
      <pc:sldChg chg="addSp modSp add mod">
        <pc:chgData name="Алексей Голубев" userId="3c8aa089e0d51831" providerId="LiveId" clId="{947F5B59-D7EF-4CC8-90F1-70FEFD02A923}" dt="2025-04-03T15:53:23.111" v="2789" actId="1076"/>
        <pc:sldMkLst>
          <pc:docMk/>
          <pc:sldMk cId="2634952932" sldId="287"/>
        </pc:sldMkLst>
        <pc:spChg chg="add mod">
          <ac:chgData name="Алексей Голубев" userId="3c8aa089e0d51831" providerId="LiveId" clId="{947F5B59-D7EF-4CC8-90F1-70FEFD02A923}" dt="2025-04-03T15:53:23.111" v="2789" actId="1076"/>
          <ac:spMkLst>
            <pc:docMk/>
            <pc:sldMk cId="2634952932" sldId="287"/>
            <ac:spMk id="48" creationId="{66797E03-7EDC-404A-BB9A-C8B549B90149}"/>
          </ac:spMkLst>
        </pc:spChg>
      </pc:sldChg>
      <pc:sldChg chg="addSp modSp add mod">
        <pc:chgData name="Алексей Голубев" userId="3c8aa089e0d51831" providerId="LiveId" clId="{947F5B59-D7EF-4CC8-90F1-70FEFD02A923}" dt="2025-04-03T17:28:50.406" v="3627" actId="113"/>
        <pc:sldMkLst>
          <pc:docMk/>
          <pc:sldMk cId="3488991532" sldId="288"/>
        </pc:sldMkLst>
        <pc:spChg chg="add mod">
          <ac:chgData name="Алексей Голубев" userId="3c8aa089e0d51831" providerId="LiveId" clId="{947F5B59-D7EF-4CC8-90F1-70FEFD02A923}" dt="2025-04-03T17:28:50.406" v="3627" actId="113"/>
          <ac:spMkLst>
            <pc:docMk/>
            <pc:sldMk cId="3488991532" sldId="288"/>
            <ac:spMk id="48" creationId="{016D04C6-B28A-480B-AA48-10053DEEF4E5}"/>
          </ac:spMkLst>
        </pc:spChg>
        <pc:picChg chg="add mod">
          <ac:chgData name="Алексей Голубев" userId="3c8aa089e0d51831" providerId="LiveId" clId="{947F5B59-D7EF-4CC8-90F1-70FEFD02A923}" dt="2025-04-03T15:52:00.379" v="2709" actId="1076"/>
          <ac:picMkLst>
            <pc:docMk/>
            <pc:sldMk cId="3488991532" sldId="288"/>
            <ac:picMk id="8194" creationId="{C8C03079-8520-49D9-A93D-6D7D7A6EBF10}"/>
          </ac:picMkLst>
        </pc:picChg>
        <pc:picChg chg="add mod">
          <ac:chgData name="Алексей Голубев" userId="3c8aa089e0d51831" providerId="LiveId" clId="{947F5B59-D7EF-4CC8-90F1-70FEFD02A923}" dt="2025-04-03T15:52:14.471" v="2711" actId="1076"/>
          <ac:picMkLst>
            <pc:docMk/>
            <pc:sldMk cId="3488991532" sldId="288"/>
            <ac:picMk id="8196" creationId="{C863BAE3-E315-4E87-A4FA-DF6F9D95B5C7}"/>
          </ac:picMkLst>
        </pc:picChg>
      </pc:sldChg>
      <pc:sldChg chg="addSp modSp add mod modAnim">
        <pc:chgData name="Алексей Голубев" userId="3c8aa089e0d51831" providerId="LiveId" clId="{947F5B59-D7EF-4CC8-90F1-70FEFD02A923}" dt="2025-04-03T17:28:43.283" v="3626" actId="113"/>
        <pc:sldMkLst>
          <pc:docMk/>
          <pc:sldMk cId="66126361" sldId="289"/>
        </pc:sldMkLst>
        <pc:spChg chg="add mod">
          <ac:chgData name="Алексей Голубев" userId="3c8aa089e0d51831" providerId="LiveId" clId="{947F5B59-D7EF-4CC8-90F1-70FEFD02A923}" dt="2025-04-03T17:28:43.283" v="3626" actId="113"/>
          <ac:spMkLst>
            <pc:docMk/>
            <pc:sldMk cId="66126361" sldId="289"/>
            <ac:spMk id="48" creationId="{69349212-C5A2-4BF9-9E57-9A141583BA89}"/>
          </ac:spMkLst>
        </pc:spChg>
        <pc:picChg chg="add mod">
          <ac:chgData name="Алексей Голубев" userId="3c8aa089e0d51831" providerId="LiveId" clId="{947F5B59-D7EF-4CC8-90F1-70FEFD02A923}" dt="2025-04-03T15:45:01.383" v="2598" actId="1076"/>
          <ac:picMkLst>
            <pc:docMk/>
            <pc:sldMk cId="66126361" sldId="289"/>
            <ac:picMk id="2" creationId="{D69F80D1-C1F5-40C9-A2C2-C1966EF12F34}"/>
          </ac:picMkLst>
        </pc:picChg>
        <pc:picChg chg="add mod">
          <ac:chgData name="Алексей Голубев" userId="3c8aa089e0d51831" providerId="LiveId" clId="{947F5B59-D7EF-4CC8-90F1-70FEFD02A923}" dt="2025-04-03T15:45:05.707" v="2599" actId="14100"/>
          <ac:picMkLst>
            <pc:docMk/>
            <pc:sldMk cId="66126361" sldId="289"/>
            <ac:picMk id="3" creationId="{AC120BBE-D12B-4E65-8CC1-92CB5CC162FE}"/>
          </ac:picMkLst>
        </pc:picChg>
        <pc:picChg chg="add mod">
          <ac:chgData name="Алексей Голубев" userId="3c8aa089e0d51831" providerId="LiveId" clId="{947F5B59-D7EF-4CC8-90F1-70FEFD02A923}" dt="2025-04-03T15:43:34.174" v="2581" actId="1076"/>
          <ac:picMkLst>
            <pc:docMk/>
            <pc:sldMk cId="66126361" sldId="289"/>
            <ac:picMk id="7170" creationId="{A6CC0B6A-4ED0-4033-97A2-3A8A259877A4}"/>
          </ac:picMkLst>
        </pc:picChg>
        <pc:picChg chg="add mod">
          <ac:chgData name="Алексей Голубев" userId="3c8aa089e0d51831" providerId="LiveId" clId="{947F5B59-D7EF-4CC8-90F1-70FEFD02A923}" dt="2025-04-03T15:45:32.196" v="2600" actId="14100"/>
          <ac:picMkLst>
            <pc:docMk/>
            <pc:sldMk cId="66126361" sldId="289"/>
            <ac:picMk id="7172" creationId="{127D074F-378A-48E1-90E2-7DB3F0512917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14:47.666" v="5160" actId="113"/>
        <pc:sldMkLst>
          <pc:docMk/>
          <pc:sldMk cId="2029517723" sldId="290"/>
        </pc:sldMkLst>
        <pc:spChg chg="add mod">
          <ac:chgData name="Алексей Голубев" userId="3c8aa089e0d51831" providerId="LiveId" clId="{947F5B59-D7EF-4CC8-90F1-70FEFD02A923}" dt="2025-04-03T19:14:47.666" v="5160" actId="113"/>
          <ac:spMkLst>
            <pc:docMk/>
            <pc:sldMk cId="2029517723" sldId="290"/>
            <ac:spMk id="48" creationId="{A0475CB0-B618-44F6-BCF2-37A2F5724DBA}"/>
          </ac:spMkLst>
        </pc:spChg>
        <pc:spChg chg="add del mod">
          <ac:chgData name="Алексей Голубев" userId="3c8aa089e0d51831" providerId="LiveId" clId="{947F5B59-D7EF-4CC8-90F1-70FEFD02A923}" dt="2025-04-03T17:57:10.305" v="3833"/>
          <ac:spMkLst>
            <pc:docMk/>
            <pc:sldMk cId="2029517723" sldId="290"/>
            <ac:spMk id="49" creationId="{A6FEE0C7-5777-4012-81C1-16C8B30E6011}"/>
          </ac:spMkLst>
        </pc:spChg>
        <pc:picChg chg="add mod">
          <ac:chgData name="Алексей Голубев" userId="3c8aa089e0d51831" providerId="LiveId" clId="{947F5B59-D7EF-4CC8-90F1-70FEFD02A923}" dt="2025-04-03T17:59:51.100" v="3897" actId="1076"/>
          <ac:picMkLst>
            <pc:docMk/>
            <pc:sldMk cId="2029517723" sldId="290"/>
            <ac:picMk id="3074" creationId="{7AEA9E05-30C2-4B16-9995-0117D3E7D304}"/>
          </ac:picMkLst>
        </pc:picChg>
        <pc:picChg chg="add mod">
          <ac:chgData name="Алексей Голубев" userId="3c8aa089e0d51831" providerId="LiveId" clId="{947F5B59-D7EF-4CC8-90F1-70FEFD02A923}" dt="2025-04-03T18:01:02.378" v="3903" actId="1582"/>
          <ac:picMkLst>
            <pc:docMk/>
            <pc:sldMk cId="2029517723" sldId="290"/>
            <ac:picMk id="3076" creationId="{555224B6-C713-4F63-9B02-3F83BBF050E9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7:52:08.431" v="3796"/>
        <pc:sldMkLst>
          <pc:docMk/>
          <pc:sldMk cId="2408601236" sldId="291"/>
        </pc:sldMkLst>
        <pc:spChg chg="add del">
          <ac:chgData name="Алексей Голубев" userId="3c8aa089e0d51831" providerId="LiveId" clId="{947F5B59-D7EF-4CC8-90F1-70FEFD02A923}" dt="2025-04-03T17:45:03.151" v="3763"/>
          <ac:spMkLst>
            <pc:docMk/>
            <pc:sldMk cId="2408601236" sldId="291"/>
            <ac:spMk id="2" creationId="{43E239EE-461D-4A98-9DE0-344EF86210B9}"/>
          </ac:spMkLst>
        </pc:spChg>
        <pc:spChg chg="add del">
          <ac:chgData name="Алексей Голубев" userId="3c8aa089e0d51831" providerId="LiveId" clId="{947F5B59-D7EF-4CC8-90F1-70FEFD02A923}" dt="2025-04-03T17:45:22.341" v="3765"/>
          <ac:spMkLst>
            <pc:docMk/>
            <pc:sldMk cId="2408601236" sldId="291"/>
            <ac:spMk id="3" creationId="{60BD1B31-A260-4FF1-9975-716D689BBFEC}"/>
          </ac:spMkLst>
        </pc:spChg>
        <pc:spChg chg="add del">
          <ac:chgData name="Алексей Голубев" userId="3c8aa089e0d51831" providerId="LiveId" clId="{947F5B59-D7EF-4CC8-90F1-70FEFD02A923}" dt="2025-04-03T17:45:54.438" v="3768"/>
          <ac:spMkLst>
            <pc:docMk/>
            <pc:sldMk cId="2408601236" sldId="291"/>
            <ac:spMk id="4" creationId="{9C4A0216-1A38-4BB1-981C-58FBE67E1C7B}"/>
          </ac:spMkLst>
        </pc:spChg>
        <pc:spChg chg="add del mod">
          <ac:chgData name="Алексей Голубев" userId="3c8aa089e0d51831" providerId="LiveId" clId="{947F5B59-D7EF-4CC8-90F1-70FEFD02A923}" dt="2025-04-03T17:39:43.372" v="3716" actId="478"/>
          <ac:spMkLst>
            <pc:docMk/>
            <pc:sldMk cId="2408601236" sldId="291"/>
            <ac:spMk id="48" creationId="{4C1FE8D5-EDDC-4900-ABB5-F7B2E7A3E88E}"/>
          </ac:spMkLst>
        </pc:spChg>
        <pc:spChg chg="add mod">
          <ac:chgData name="Алексей Голубев" userId="3c8aa089e0d51831" providerId="LiveId" clId="{947F5B59-D7EF-4CC8-90F1-70FEFD02A923}" dt="2025-04-03T17:48:53.944" v="3788" actId="1076"/>
          <ac:spMkLst>
            <pc:docMk/>
            <pc:sldMk cId="2408601236" sldId="291"/>
            <ac:spMk id="49" creationId="{C7CD18DF-992B-4111-82AF-62A45F35E18B}"/>
          </ac:spMkLst>
        </pc:spChg>
        <pc:picChg chg="add mod">
          <ac:chgData name="Алексей Голубев" userId="3c8aa089e0d51831" providerId="LiveId" clId="{947F5B59-D7EF-4CC8-90F1-70FEFD02A923}" dt="2025-04-03T17:48:56.762" v="3789" actId="1076"/>
          <ac:picMkLst>
            <pc:docMk/>
            <pc:sldMk cId="2408601236" sldId="291"/>
            <ac:picMk id="1026" creationId="{59ECBB3E-8CD0-4DFC-BD12-AC2A8ADCA5D6}"/>
          </ac:picMkLst>
        </pc:picChg>
        <pc:picChg chg="add mod">
          <ac:chgData name="Алексей Голубев" userId="3c8aa089e0d51831" providerId="LiveId" clId="{947F5B59-D7EF-4CC8-90F1-70FEFD02A923}" dt="2025-04-03T17:48:59.970" v="3790" actId="1076"/>
          <ac:picMkLst>
            <pc:docMk/>
            <pc:sldMk cId="2408601236" sldId="291"/>
            <ac:picMk id="1028" creationId="{206C4DBC-464C-4817-BDBF-A7EC28F44047}"/>
          </ac:picMkLst>
        </pc:picChg>
        <pc:picChg chg="add del">
          <ac:chgData name="Алексей Голубев" userId="3c8aa089e0d51831" providerId="LiveId" clId="{947F5B59-D7EF-4CC8-90F1-70FEFD02A923}" dt="2025-04-03T17:52:08.431" v="3796"/>
          <ac:picMkLst>
            <pc:docMk/>
            <pc:sldMk cId="2408601236" sldId="291"/>
            <ac:picMk id="1030" creationId="{AA735803-E985-4FD4-87B1-B1067C8C748A}"/>
          </ac:picMkLst>
        </pc:picChg>
        <pc:picChg chg="add mod">
          <ac:chgData name="Алексей Голубев" userId="3c8aa089e0d51831" providerId="LiveId" clId="{947F5B59-D7EF-4CC8-90F1-70FEFD02A923}" dt="2025-04-03T17:48:50.657" v="3787" actId="1076"/>
          <ac:picMkLst>
            <pc:docMk/>
            <pc:sldMk cId="2408601236" sldId="291"/>
            <ac:picMk id="2050" creationId="{548302C4-0C9F-4563-B6A5-5EE48E8A33DF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7:50:37.320" v="3794" actId="1076"/>
        <pc:sldMkLst>
          <pc:docMk/>
          <pc:sldMk cId="1345945712" sldId="292"/>
        </pc:sldMkLst>
        <pc:spChg chg="add del mod">
          <ac:chgData name="Алексей Голубев" userId="3c8aa089e0d51831" providerId="LiveId" clId="{947F5B59-D7EF-4CC8-90F1-70FEFD02A923}" dt="2025-04-03T16:02:45.618" v="3228" actId="478"/>
          <ac:spMkLst>
            <pc:docMk/>
            <pc:sldMk cId="1345945712" sldId="292"/>
            <ac:spMk id="48" creationId="{CE657325-E781-4148-93FB-5544EC4A1371}"/>
          </ac:spMkLst>
        </pc:spChg>
        <pc:spChg chg="add mod">
          <ac:chgData name="Алексей Голубев" userId="3c8aa089e0d51831" providerId="LiveId" clId="{947F5B59-D7EF-4CC8-90F1-70FEFD02A923}" dt="2025-04-03T17:50:29.132" v="3791" actId="1076"/>
          <ac:spMkLst>
            <pc:docMk/>
            <pc:sldMk cId="1345945712" sldId="292"/>
            <ac:spMk id="49" creationId="{6AAFFC5D-DC89-40E8-A953-0F26DCD9824B}"/>
          </ac:spMkLst>
        </pc:spChg>
        <pc:picChg chg="add mod">
          <ac:chgData name="Алексей Голубев" userId="3c8aa089e0d51831" providerId="LiveId" clId="{947F5B59-D7EF-4CC8-90F1-70FEFD02A923}" dt="2025-04-03T17:50:37.320" v="3794" actId="1076"/>
          <ac:picMkLst>
            <pc:docMk/>
            <pc:sldMk cId="1345945712" sldId="292"/>
            <ac:picMk id="1026" creationId="{5B5BE7EB-048C-432A-B90C-DAF6AB6B9261}"/>
          </ac:picMkLst>
        </pc:picChg>
        <pc:picChg chg="add mod">
          <ac:chgData name="Алексей Голубев" userId="3c8aa089e0d51831" providerId="LiveId" clId="{947F5B59-D7EF-4CC8-90F1-70FEFD02A923}" dt="2025-04-03T17:50:34.235" v="3793" actId="1076"/>
          <ac:picMkLst>
            <pc:docMk/>
            <pc:sldMk cId="1345945712" sldId="292"/>
            <ac:picMk id="1028" creationId="{AD4475FD-B8D3-49C6-B222-5BB8B200BD8C}"/>
          </ac:picMkLst>
        </pc:picChg>
        <pc:picChg chg="add mod">
          <ac:chgData name="Алексей Голубев" userId="3c8aa089e0d51831" providerId="LiveId" clId="{947F5B59-D7EF-4CC8-90F1-70FEFD02A923}" dt="2025-04-03T17:50:31.385" v="3792" actId="1076"/>
          <ac:picMkLst>
            <pc:docMk/>
            <pc:sldMk cId="1345945712" sldId="292"/>
            <ac:picMk id="1030" creationId="{7003180C-F007-4664-A1F0-CB8D44405056}"/>
          </ac:picMkLst>
        </pc:picChg>
      </pc:sldChg>
      <pc:sldChg chg="addSp modSp add mod">
        <pc:chgData name="Алексей Голубев" userId="3c8aa089e0d51831" providerId="LiveId" clId="{947F5B59-D7EF-4CC8-90F1-70FEFD02A923}" dt="2025-04-03T18:59:44.634" v="4775" actId="208"/>
        <pc:sldMkLst>
          <pc:docMk/>
          <pc:sldMk cId="434579179" sldId="293"/>
        </pc:sldMkLst>
        <pc:spChg chg="add mod">
          <ac:chgData name="Алексей Голубев" userId="3c8aa089e0d51831" providerId="LiveId" clId="{947F5B59-D7EF-4CC8-90F1-70FEFD02A923}" dt="2025-04-03T18:59:42.724" v="4774" actId="208"/>
          <ac:spMkLst>
            <pc:docMk/>
            <pc:sldMk cId="434579179" sldId="293"/>
            <ac:spMk id="49" creationId="{23C16BC5-4E47-41D7-90CB-D3DFD3C948B5}"/>
          </ac:spMkLst>
        </pc:spChg>
        <pc:picChg chg="add mod">
          <ac:chgData name="Алексей Голубев" userId="3c8aa089e0d51831" providerId="LiveId" clId="{947F5B59-D7EF-4CC8-90F1-70FEFD02A923}" dt="2025-04-03T18:59:44.634" v="4775" actId="208"/>
          <ac:picMkLst>
            <pc:docMk/>
            <pc:sldMk cId="434579179" sldId="293"/>
            <ac:picMk id="48" creationId="{B143251E-9B99-4483-BD94-A81EB64370DC}"/>
          </ac:picMkLst>
        </pc:picChg>
      </pc:sldChg>
      <pc:sldChg chg="addSp modSp add mod">
        <pc:chgData name="Алексей Голубев" userId="3c8aa089e0d51831" providerId="LiveId" clId="{947F5B59-D7EF-4CC8-90F1-70FEFD02A923}" dt="2025-04-03T18:59:37.445" v="4773" actId="208"/>
        <pc:sldMkLst>
          <pc:docMk/>
          <pc:sldMk cId="3563283970" sldId="294"/>
        </pc:sldMkLst>
        <pc:spChg chg="add mod">
          <ac:chgData name="Алексей Голубев" userId="3c8aa089e0d51831" providerId="LiveId" clId="{947F5B59-D7EF-4CC8-90F1-70FEFD02A923}" dt="2025-04-03T18:59:35.080" v="4772" actId="208"/>
          <ac:spMkLst>
            <pc:docMk/>
            <pc:sldMk cId="3563283970" sldId="294"/>
            <ac:spMk id="48" creationId="{0EDA68BF-B915-4011-9230-7E7A67F9BBDB}"/>
          </ac:spMkLst>
        </pc:spChg>
        <pc:picChg chg="add mod">
          <ac:chgData name="Алексей Голубев" userId="3c8aa089e0d51831" providerId="LiveId" clId="{947F5B59-D7EF-4CC8-90F1-70FEFD02A923}" dt="2025-04-03T18:59:37.445" v="4773" actId="208"/>
          <ac:picMkLst>
            <pc:docMk/>
            <pc:sldMk cId="3563283970" sldId="294"/>
            <ac:picMk id="49" creationId="{C9D756A9-A4C7-4830-8744-46292A7F6372}"/>
          </ac:picMkLst>
        </pc:picChg>
      </pc:sldChg>
      <pc:sldChg chg="addSp modSp add mod">
        <pc:chgData name="Алексей Голубев" userId="3c8aa089e0d51831" providerId="LiveId" clId="{947F5B59-D7EF-4CC8-90F1-70FEFD02A923}" dt="2025-04-03T19:15:06.994" v="5163" actId="20577"/>
        <pc:sldMkLst>
          <pc:docMk/>
          <pc:sldMk cId="1808780066" sldId="295"/>
        </pc:sldMkLst>
        <pc:spChg chg="add mod">
          <ac:chgData name="Алексей Голубев" userId="3c8aa089e0d51831" providerId="LiveId" clId="{947F5B59-D7EF-4CC8-90F1-70FEFD02A923}" dt="2025-04-03T19:15:06.994" v="5163" actId="20577"/>
          <ac:spMkLst>
            <pc:docMk/>
            <pc:sldMk cId="1808780066" sldId="295"/>
            <ac:spMk id="48" creationId="{553E6A87-700F-4FA3-B4DC-437DA97EA050}"/>
          </ac:spMkLst>
        </pc:spChg>
      </pc:sldChg>
      <pc:sldChg chg="addSp modSp add mod">
        <pc:chgData name="Алексей Голубев" userId="3c8aa089e0d51831" providerId="LiveId" clId="{947F5B59-D7EF-4CC8-90F1-70FEFD02A923}" dt="2025-04-03T19:15:19.527" v="5165" actId="113"/>
        <pc:sldMkLst>
          <pc:docMk/>
          <pc:sldMk cId="1071158316" sldId="296"/>
        </pc:sldMkLst>
        <pc:spChg chg="add mod">
          <ac:chgData name="Алексей Голубев" userId="3c8aa089e0d51831" providerId="LiveId" clId="{947F5B59-D7EF-4CC8-90F1-70FEFD02A923}" dt="2025-04-03T19:15:19.527" v="5165" actId="113"/>
          <ac:spMkLst>
            <pc:docMk/>
            <pc:sldMk cId="1071158316" sldId="296"/>
            <ac:spMk id="48" creationId="{ADA2BA95-2360-49AD-8451-85E4DC6FA4E9}"/>
          </ac:spMkLst>
        </pc:spChg>
      </pc:sldChg>
      <pc:sldChg chg="addSp delSp modSp add mod">
        <pc:chgData name="Алексей Голубев" userId="3c8aa089e0d51831" providerId="LiveId" clId="{947F5B59-D7EF-4CC8-90F1-70FEFD02A923}" dt="2025-04-03T18:59:51.298" v="4777" actId="208"/>
        <pc:sldMkLst>
          <pc:docMk/>
          <pc:sldMk cId="1728234664" sldId="297"/>
        </pc:sldMkLst>
        <pc:spChg chg="add mod">
          <ac:chgData name="Алексей Голубев" userId="3c8aa089e0d51831" providerId="LiveId" clId="{947F5B59-D7EF-4CC8-90F1-70FEFD02A923}" dt="2025-04-03T18:59:49.317" v="4776" actId="208"/>
          <ac:spMkLst>
            <pc:docMk/>
            <pc:sldMk cId="1728234664" sldId="297"/>
            <ac:spMk id="50" creationId="{7127CF6B-7BE7-4076-A7AF-D3A6B07CCAA3}"/>
          </ac:spMkLst>
        </pc:spChg>
        <pc:picChg chg="add mod">
          <ac:chgData name="Алексей Голубев" userId="3c8aa089e0d51831" providerId="LiveId" clId="{947F5B59-D7EF-4CC8-90F1-70FEFD02A923}" dt="2025-04-03T18:59:51.298" v="4777" actId="208"/>
          <ac:picMkLst>
            <pc:docMk/>
            <pc:sldMk cId="1728234664" sldId="297"/>
            <ac:picMk id="48" creationId="{7BEBD604-D9B1-491B-A787-ACE13139A9BC}"/>
          </ac:picMkLst>
        </pc:picChg>
        <pc:picChg chg="add del mod">
          <ac:chgData name="Алексей Голубев" userId="3c8aa089e0d51831" providerId="LiveId" clId="{947F5B59-D7EF-4CC8-90F1-70FEFD02A923}" dt="2025-04-03T18:38:57.024" v="4521"/>
          <ac:picMkLst>
            <pc:docMk/>
            <pc:sldMk cId="1728234664" sldId="297"/>
            <ac:picMk id="49" creationId="{E191BE10-5D2B-48FC-82A3-FAEDDFBF42B2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14:36.206" v="5158" actId="20577"/>
        <pc:sldMkLst>
          <pc:docMk/>
          <pc:sldMk cId="2667963927" sldId="298"/>
        </pc:sldMkLst>
        <pc:spChg chg="add mod">
          <ac:chgData name="Алексей Голубев" userId="3c8aa089e0d51831" providerId="LiveId" clId="{947F5B59-D7EF-4CC8-90F1-70FEFD02A923}" dt="2025-04-03T19:14:36.206" v="5158" actId="20577"/>
          <ac:spMkLst>
            <pc:docMk/>
            <pc:sldMk cId="2667963927" sldId="298"/>
            <ac:spMk id="50" creationId="{46894A92-1CC8-42A0-9B2A-27C40C5CE8F8}"/>
          </ac:spMkLst>
        </pc:spChg>
        <pc:picChg chg="add mod">
          <ac:chgData name="Алексей Голубев" userId="3c8aa089e0d51831" providerId="LiveId" clId="{947F5B59-D7EF-4CC8-90F1-70FEFD02A923}" dt="2025-04-03T18:59:56.631" v="4779" actId="208"/>
          <ac:picMkLst>
            <pc:docMk/>
            <pc:sldMk cId="2667963927" sldId="298"/>
            <ac:picMk id="48" creationId="{CE6F6033-BFD8-47F8-AD4D-628A1CE73151}"/>
          </ac:picMkLst>
        </pc:picChg>
        <pc:picChg chg="add del mod">
          <ac:chgData name="Алексей Голубев" userId="3c8aa089e0d51831" providerId="LiveId" clId="{947F5B59-D7EF-4CC8-90F1-70FEFD02A923}" dt="2025-04-03T18:39:14.850" v="4525"/>
          <ac:picMkLst>
            <pc:docMk/>
            <pc:sldMk cId="2667963927" sldId="298"/>
            <ac:picMk id="49" creationId="{15FAE5BC-4582-41EE-B601-03C08053627E}"/>
          </ac:picMkLst>
        </pc:picChg>
      </pc:sldChg>
      <pc:sldChg chg="addSp modSp add mod">
        <pc:chgData name="Алексей Голубев" userId="3c8aa089e0d51831" providerId="LiveId" clId="{947F5B59-D7EF-4CC8-90F1-70FEFD02A923}" dt="2025-04-03T19:00:00.688" v="4780" actId="208"/>
        <pc:sldMkLst>
          <pc:docMk/>
          <pc:sldMk cId="2957977102" sldId="299"/>
        </pc:sldMkLst>
        <pc:spChg chg="add mod">
          <ac:chgData name="Алексей Голубев" userId="3c8aa089e0d51831" providerId="LiveId" clId="{947F5B59-D7EF-4CC8-90F1-70FEFD02A923}" dt="2025-04-03T19:00:00.688" v="4780" actId="208"/>
          <ac:spMkLst>
            <pc:docMk/>
            <pc:sldMk cId="2957977102" sldId="299"/>
            <ac:spMk id="48" creationId="{29B6A86E-51C9-454A-99B5-956F330882F0}"/>
          </ac:spMkLst>
        </pc:spChg>
      </pc:sldChg>
      <pc:sldChg chg="addSp delSp modSp add mod">
        <pc:chgData name="Алексей Голубев" userId="3c8aa089e0d51831" providerId="LiveId" clId="{947F5B59-D7EF-4CC8-90F1-70FEFD02A923}" dt="2025-04-03T19:14:30.014" v="5156" actId="20577"/>
        <pc:sldMkLst>
          <pc:docMk/>
          <pc:sldMk cId="1013894796" sldId="300"/>
        </pc:sldMkLst>
        <pc:spChg chg="add mod">
          <ac:chgData name="Алексей Голубев" userId="3c8aa089e0d51831" providerId="LiveId" clId="{947F5B59-D7EF-4CC8-90F1-70FEFD02A923}" dt="2025-04-03T19:02:59.410" v="4801" actId="113"/>
          <ac:spMkLst>
            <pc:docMk/>
            <pc:sldMk cId="1013894796" sldId="300"/>
            <ac:spMk id="51" creationId="{091C77B8-8366-425D-BDF5-83E4DCB91EDC}"/>
          </ac:spMkLst>
        </pc:spChg>
        <pc:spChg chg="add del mod">
          <ac:chgData name="Алексей Голубев" userId="3c8aa089e0d51831" providerId="LiveId" clId="{947F5B59-D7EF-4CC8-90F1-70FEFD02A923}" dt="2025-04-03T18:53:07.278" v="4578"/>
          <ac:spMkLst>
            <pc:docMk/>
            <pc:sldMk cId="1013894796" sldId="300"/>
            <ac:spMk id="52" creationId="{416DFBFB-029B-4F1C-B9FF-C0A7EB596847}"/>
          </ac:spMkLst>
        </pc:spChg>
        <pc:spChg chg="add mod">
          <ac:chgData name="Алексей Голубев" userId="3c8aa089e0d51831" providerId="LiveId" clId="{947F5B59-D7EF-4CC8-90F1-70FEFD02A923}" dt="2025-04-03T19:14:30.014" v="5156" actId="20577"/>
          <ac:spMkLst>
            <pc:docMk/>
            <pc:sldMk cId="1013894796" sldId="300"/>
            <ac:spMk id="53" creationId="{F36A10A6-2597-4EB1-B409-A94101D5F5C7}"/>
          </ac:spMkLst>
        </pc:spChg>
        <pc:picChg chg="add mod">
          <ac:chgData name="Алексей Голубев" userId="3c8aa089e0d51831" providerId="LiveId" clId="{947F5B59-D7EF-4CC8-90F1-70FEFD02A923}" dt="2025-04-03T19:01:17.949" v="4783" actId="208"/>
          <ac:picMkLst>
            <pc:docMk/>
            <pc:sldMk cId="1013894796" sldId="300"/>
            <ac:picMk id="48" creationId="{0414FD4D-7718-43AB-8DD6-369C3FD2C67B}"/>
          </ac:picMkLst>
        </pc:picChg>
        <pc:picChg chg="add del mod">
          <ac:chgData name="Алексей Голубев" userId="3c8aa089e0d51831" providerId="LiveId" clId="{947F5B59-D7EF-4CC8-90F1-70FEFD02A923}" dt="2025-04-03T18:52:50.896" v="4573"/>
          <ac:picMkLst>
            <pc:docMk/>
            <pc:sldMk cId="1013894796" sldId="300"/>
            <ac:picMk id="49" creationId="{AE90FF02-C1A0-45AF-806B-593642E31859}"/>
          </ac:picMkLst>
        </pc:picChg>
        <pc:picChg chg="add del mod">
          <ac:chgData name="Алексей Голубев" userId="3c8aa089e0d51831" providerId="LiveId" clId="{947F5B59-D7EF-4CC8-90F1-70FEFD02A923}" dt="2025-04-03T18:52:56.267" v="4575"/>
          <ac:picMkLst>
            <pc:docMk/>
            <pc:sldMk cId="1013894796" sldId="300"/>
            <ac:picMk id="50" creationId="{9A537A35-0FB6-4911-82E9-988DA393144E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15:41.022" v="5168" actId="113"/>
        <pc:sldMkLst>
          <pc:docMk/>
          <pc:sldMk cId="2634352762" sldId="301"/>
        </pc:sldMkLst>
        <pc:spChg chg="add mod">
          <ac:chgData name="Алексей Голубев" userId="3c8aa089e0d51831" providerId="LiveId" clId="{947F5B59-D7EF-4CC8-90F1-70FEFD02A923}" dt="2025-04-03T19:14:27.072" v="5154" actId="20577"/>
          <ac:spMkLst>
            <pc:docMk/>
            <pc:sldMk cId="2634352762" sldId="301"/>
            <ac:spMk id="48" creationId="{FB97DCB7-576D-4D56-9495-3767F51C8F35}"/>
          </ac:spMkLst>
        </pc:spChg>
        <pc:spChg chg="add del mod">
          <ac:chgData name="Алексей Голубев" userId="3c8aa089e0d51831" providerId="LiveId" clId="{947F5B59-D7EF-4CC8-90F1-70FEFD02A923}" dt="2025-04-03T18:57:23.418" v="4752"/>
          <ac:spMkLst>
            <pc:docMk/>
            <pc:sldMk cId="2634352762" sldId="301"/>
            <ac:spMk id="50" creationId="{0D834095-AF00-44B8-8F69-AF0AF7884C55}"/>
          </ac:spMkLst>
        </pc:spChg>
        <pc:spChg chg="add mod">
          <ac:chgData name="Алексей Голубев" userId="3c8aa089e0d51831" providerId="LiveId" clId="{947F5B59-D7EF-4CC8-90F1-70FEFD02A923}" dt="2025-04-03T19:15:41.022" v="5168" actId="113"/>
          <ac:spMkLst>
            <pc:docMk/>
            <pc:sldMk cId="2634352762" sldId="301"/>
            <ac:spMk id="51" creationId="{734B0685-90F0-473C-8B23-9AA44F6702CF}"/>
          </ac:spMkLst>
        </pc:spChg>
        <pc:spChg chg="add del mod">
          <ac:chgData name="Алексей Голубев" userId="3c8aa089e0d51831" providerId="LiveId" clId="{947F5B59-D7EF-4CC8-90F1-70FEFD02A923}" dt="2025-04-03T18:57:35.339" v="4755"/>
          <ac:spMkLst>
            <pc:docMk/>
            <pc:sldMk cId="2634352762" sldId="301"/>
            <ac:spMk id="52" creationId="{79F3B68E-1A1E-4387-8FBE-5D0D2B3AD582}"/>
          </ac:spMkLst>
        </pc:spChg>
        <pc:spChg chg="add mod">
          <ac:chgData name="Алексей Голубев" userId="3c8aa089e0d51831" providerId="LiveId" clId="{947F5B59-D7EF-4CC8-90F1-70FEFD02A923}" dt="2025-04-03T19:02:02.277" v="4791" actId="208"/>
          <ac:spMkLst>
            <pc:docMk/>
            <pc:sldMk cId="2634352762" sldId="301"/>
            <ac:spMk id="55" creationId="{63182C1B-D057-4811-A349-6546CA7C6B70}"/>
          </ac:spMkLst>
        </pc:spChg>
        <pc:spChg chg="add mod">
          <ac:chgData name="Алексей Голубев" userId="3c8aa089e0d51831" providerId="LiveId" clId="{947F5B59-D7EF-4CC8-90F1-70FEFD02A923}" dt="2025-04-03T19:02:08.830" v="4793" actId="208"/>
          <ac:spMkLst>
            <pc:docMk/>
            <pc:sldMk cId="2634352762" sldId="301"/>
            <ac:spMk id="57" creationId="{3055247E-560A-4F87-9C2D-73989AB65F5C}"/>
          </ac:spMkLst>
        </pc:spChg>
        <pc:picChg chg="add mod">
          <ac:chgData name="Алексей Голубев" userId="3c8aa089e0d51831" providerId="LiveId" clId="{947F5B59-D7EF-4CC8-90F1-70FEFD02A923}" dt="2025-04-03T19:01:24.997" v="4785" actId="208"/>
          <ac:picMkLst>
            <pc:docMk/>
            <pc:sldMk cId="2634352762" sldId="301"/>
            <ac:picMk id="49" creationId="{5437191A-C36D-420F-9085-F8943E8ABFBD}"/>
          </ac:picMkLst>
        </pc:picChg>
        <pc:picChg chg="add mod">
          <ac:chgData name="Алексей Голубев" userId="3c8aa089e0d51831" providerId="LiveId" clId="{947F5B59-D7EF-4CC8-90F1-70FEFD02A923}" dt="2025-04-03T19:01:27.206" v="4786" actId="208"/>
          <ac:picMkLst>
            <pc:docMk/>
            <pc:sldMk cId="2634352762" sldId="301"/>
            <ac:picMk id="53" creationId="{DF13291F-1928-4B56-8A7A-3B1357905E56}"/>
          </ac:picMkLst>
        </pc:picChg>
        <pc:picChg chg="add del mod">
          <ac:chgData name="Алексей Голубев" userId="3c8aa089e0d51831" providerId="LiveId" clId="{947F5B59-D7EF-4CC8-90F1-70FEFD02A923}" dt="2025-04-03T18:57:56.712" v="4760"/>
          <ac:picMkLst>
            <pc:docMk/>
            <pc:sldMk cId="2634352762" sldId="301"/>
            <ac:picMk id="56" creationId="{33F27A26-5FC8-49DD-AEE8-C3293D8F3202}"/>
          </ac:picMkLst>
        </pc:picChg>
        <pc:cxnChg chg="add mod">
          <ac:chgData name="Алексей Голубев" userId="3c8aa089e0d51831" providerId="LiveId" clId="{947F5B59-D7EF-4CC8-90F1-70FEFD02A923}" dt="2025-04-03T19:02:06.606" v="4792" actId="208"/>
          <ac:cxnSpMkLst>
            <pc:docMk/>
            <pc:sldMk cId="2634352762" sldId="301"/>
            <ac:cxnSpMk id="54" creationId="{F26AED34-D65B-4E35-9707-D663FD6813E2}"/>
          </ac:cxnSpMkLst>
        </pc:cxnChg>
      </pc:sldChg>
      <pc:sldChg chg="addSp delSp modSp add mod">
        <pc:chgData name="Алексей Голубев" userId="3c8aa089e0d51831" providerId="LiveId" clId="{947F5B59-D7EF-4CC8-90F1-70FEFD02A923}" dt="2025-04-03T19:15:49.512" v="5169" actId="113"/>
        <pc:sldMkLst>
          <pc:docMk/>
          <pc:sldMk cId="2188102445" sldId="302"/>
        </pc:sldMkLst>
        <pc:spChg chg="add del mod">
          <ac:chgData name="Алексей Голубев" userId="3c8aa089e0d51831" providerId="LiveId" clId="{947F5B59-D7EF-4CC8-90F1-70FEFD02A923}" dt="2025-04-03T18:58:38.830" v="4763"/>
          <ac:spMkLst>
            <pc:docMk/>
            <pc:sldMk cId="2188102445" sldId="302"/>
            <ac:spMk id="48" creationId="{CCA9AAA4-685C-4933-9ADD-3E9CA3D13122}"/>
          </ac:spMkLst>
        </pc:spChg>
        <pc:spChg chg="add mod">
          <ac:chgData name="Алексей Голубев" userId="3c8aa089e0d51831" providerId="LiveId" clId="{947F5B59-D7EF-4CC8-90F1-70FEFD02A923}" dt="2025-04-03T19:14:23.820" v="5152" actId="20577"/>
          <ac:spMkLst>
            <pc:docMk/>
            <pc:sldMk cId="2188102445" sldId="302"/>
            <ac:spMk id="49" creationId="{4F0E4D8D-673B-4337-B8B2-1E59BDA7A7C7}"/>
          </ac:spMkLst>
        </pc:spChg>
        <pc:spChg chg="add mod">
          <ac:chgData name="Алексей Голубев" userId="3c8aa089e0d51831" providerId="LiveId" clId="{947F5B59-D7EF-4CC8-90F1-70FEFD02A923}" dt="2025-04-03T19:15:49.512" v="5169" actId="113"/>
          <ac:spMkLst>
            <pc:docMk/>
            <pc:sldMk cId="2188102445" sldId="302"/>
            <ac:spMk id="52" creationId="{D898F7F8-8A52-44D4-9589-1791D1102D75}"/>
          </ac:spMkLst>
        </pc:spChg>
        <pc:picChg chg="add mod">
          <ac:chgData name="Алексей Голубев" userId="3c8aa089e0d51831" providerId="LiveId" clId="{947F5B59-D7EF-4CC8-90F1-70FEFD02A923}" dt="2025-04-03T19:02:22.233" v="4796" actId="208"/>
          <ac:picMkLst>
            <pc:docMk/>
            <pc:sldMk cId="2188102445" sldId="302"/>
            <ac:picMk id="50" creationId="{D8359658-0213-4AB9-B9D8-DE997BBEB310}"/>
          </ac:picMkLst>
        </pc:picChg>
        <pc:picChg chg="add del mod">
          <ac:chgData name="Алексей Голубев" userId="3c8aa089e0d51831" providerId="LiveId" clId="{947F5B59-D7EF-4CC8-90F1-70FEFD02A923}" dt="2025-04-03T18:58:55.489" v="4767"/>
          <ac:picMkLst>
            <pc:docMk/>
            <pc:sldMk cId="2188102445" sldId="302"/>
            <ac:picMk id="51" creationId="{065B2D05-B33C-4DA3-8634-3068EC236114}"/>
          </ac:picMkLst>
        </pc:picChg>
      </pc:sldChg>
      <pc:sldChg chg="addSp modSp add mod">
        <pc:chgData name="Алексей Голубев" userId="3c8aa089e0d51831" providerId="LiveId" clId="{947F5B59-D7EF-4CC8-90F1-70FEFD02A923}" dt="2025-04-03T19:15:55.649" v="5171" actId="113"/>
        <pc:sldMkLst>
          <pc:docMk/>
          <pc:sldMk cId="1842518601" sldId="303"/>
        </pc:sldMkLst>
        <pc:spChg chg="add mod">
          <ac:chgData name="Алексей Голубев" userId="3c8aa089e0d51831" providerId="LiveId" clId="{947F5B59-D7EF-4CC8-90F1-70FEFD02A923}" dt="2025-04-03T19:14:21.367" v="5150" actId="20577"/>
          <ac:spMkLst>
            <pc:docMk/>
            <pc:sldMk cId="1842518601" sldId="303"/>
            <ac:spMk id="48" creationId="{F616A020-C908-4A35-9249-4762FAC68EA1}"/>
          </ac:spMkLst>
        </pc:spChg>
        <pc:spChg chg="add mod">
          <ac:chgData name="Алексей Голубев" userId="3c8aa089e0d51831" providerId="LiveId" clId="{947F5B59-D7EF-4CC8-90F1-70FEFD02A923}" dt="2025-04-03T19:15:55.649" v="5171" actId="113"/>
          <ac:spMkLst>
            <pc:docMk/>
            <pc:sldMk cId="1842518601" sldId="303"/>
            <ac:spMk id="50" creationId="{8F6A4865-618E-4F07-974B-F5B9E63C0958}"/>
          </ac:spMkLst>
        </pc:spChg>
        <pc:picChg chg="add mod">
          <ac:chgData name="Алексей Голубев" userId="3c8aa089e0d51831" providerId="LiveId" clId="{947F5B59-D7EF-4CC8-90F1-70FEFD02A923}" dt="2025-04-03T19:02:31.347" v="4799" actId="208"/>
          <ac:picMkLst>
            <pc:docMk/>
            <pc:sldMk cId="1842518601" sldId="303"/>
            <ac:picMk id="49" creationId="{FCE8C8BA-28C0-4719-9E5D-95B0190D2446}"/>
          </ac:picMkLst>
        </pc:picChg>
      </pc:sldChg>
      <pc:sldChg chg="addSp delSp modSp add mod ord">
        <pc:chgData name="Алексей Голубев" userId="3c8aa089e0d51831" providerId="LiveId" clId="{947F5B59-D7EF-4CC8-90F1-70FEFD02A923}" dt="2025-04-09T09:04:27.313" v="7891"/>
        <pc:sldMkLst>
          <pc:docMk/>
          <pc:sldMk cId="3925546899" sldId="304"/>
        </pc:sldMkLst>
        <pc:spChg chg="add mod">
          <ac:chgData name="Алексей Голубев" userId="3c8aa089e0d51831" providerId="LiveId" clId="{947F5B59-D7EF-4CC8-90F1-70FEFD02A923}" dt="2025-04-03T19:18:15.001" v="5265" actId="113"/>
          <ac:spMkLst>
            <pc:docMk/>
            <pc:sldMk cId="3925546899" sldId="304"/>
            <ac:spMk id="48" creationId="{F3C4EA80-9100-41B3-AAA1-52DB1E15D5E1}"/>
          </ac:spMkLst>
        </pc:spChg>
        <pc:spChg chg="add mod">
          <ac:chgData name="Алексей Голубев" userId="3c8aa089e0d51831" providerId="LiveId" clId="{947F5B59-D7EF-4CC8-90F1-70FEFD02A923}" dt="2025-04-03T19:16:53.385" v="5232" actId="255"/>
          <ac:spMkLst>
            <pc:docMk/>
            <pc:sldMk cId="3925546899" sldId="304"/>
            <ac:spMk id="53" creationId="{512761A7-A901-4F00-AC0E-BA229F44E0D7}"/>
          </ac:spMkLst>
        </pc:spChg>
        <pc:spChg chg="add del mod">
          <ac:chgData name="Алексей Голубев" userId="3c8aa089e0d51831" providerId="LiveId" clId="{947F5B59-D7EF-4CC8-90F1-70FEFD02A923}" dt="2025-04-03T19:12:17.193" v="5082"/>
          <ac:spMkLst>
            <pc:docMk/>
            <pc:sldMk cId="3925546899" sldId="304"/>
            <ac:spMk id="54" creationId="{C293947B-58A6-46F0-98FA-996522E28381}"/>
          </ac:spMkLst>
        </pc:spChg>
        <pc:spChg chg="add mod">
          <ac:chgData name="Алексей Голубев" userId="3c8aa089e0d51831" providerId="LiveId" clId="{947F5B59-D7EF-4CC8-90F1-70FEFD02A923}" dt="2025-04-03T19:17:32.978" v="5253" actId="1076"/>
          <ac:spMkLst>
            <pc:docMk/>
            <pc:sldMk cId="3925546899" sldId="304"/>
            <ac:spMk id="55" creationId="{C4EF2E0F-3D52-4A82-9871-DF164AFB6FD7}"/>
          </ac:spMkLst>
        </pc:spChg>
        <pc:spChg chg="add mod">
          <ac:chgData name="Алексей Голубев" userId="3c8aa089e0d51831" providerId="LiveId" clId="{947F5B59-D7EF-4CC8-90F1-70FEFD02A923}" dt="2025-04-03T19:16:37.319" v="5230" actId="20577"/>
          <ac:spMkLst>
            <pc:docMk/>
            <pc:sldMk cId="3925546899" sldId="304"/>
            <ac:spMk id="56" creationId="{D229C56B-9EC6-477C-B97C-C956536F4BC1}"/>
          </ac:spMkLst>
        </pc:spChg>
        <pc:picChg chg="add del mod">
          <ac:chgData name="Алексей Голубев" userId="3c8aa089e0d51831" providerId="LiveId" clId="{947F5B59-D7EF-4CC8-90F1-70FEFD02A923}" dt="2025-04-03T19:11:13.100" v="5071" actId="478"/>
          <ac:picMkLst>
            <pc:docMk/>
            <pc:sldMk cId="3925546899" sldId="304"/>
            <ac:picMk id="49" creationId="{19532A53-F8E5-416C-9BF4-47240E52E332}"/>
          </ac:picMkLst>
        </pc:picChg>
        <pc:picChg chg="add mod">
          <ac:chgData name="Алексей Голубев" userId="3c8aa089e0d51831" providerId="LiveId" clId="{947F5B59-D7EF-4CC8-90F1-70FEFD02A923}" dt="2025-04-03T19:13:04.935" v="5089" actId="2085"/>
          <ac:picMkLst>
            <pc:docMk/>
            <pc:sldMk cId="3925546899" sldId="304"/>
            <ac:picMk id="50" creationId="{38ADC9CF-4A25-42C0-9687-66000EDC3CEF}"/>
          </ac:picMkLst>
        </pc:picChg>
        <pc:picChg chg="add mod">
          <ac:chgData name="Алексей Голубев" userId="3c8aa089e0d51831" providerId="LiveId" clId="{947F5B59-D7EF-4CC8-90F1-70FEFD02A923}" dt="2025-04-03T19:11:39.095" v="5073"/>
          <ac:picMkLst>
            <pc:docMk/>
            <pc:sldMk cId="3925546899" sldId="304"/>
            <ac:picMk id="51" creationId="{5C0D5775-3C15-4067-9327-9F76E97B636F}"/>
          </ac:picMkLst>
        </pc:picChg>
        <pc:picChg chg="add mod">
          <ac:chgData name="Алексей Голубев" userId="3c8aa089e0d51831" providerId="LiveId" clId="{947F5B59-D7EF-4CC8-90F1-70FEFD02A923}" dt="2025-04-03T19:11:42.812" v="5074"/>
          <ac:picMkLst>
            <pc:docMk/>
            <pc:sldMk cId="3925546899" sldId="304"/>
            <ac:picMk id="52" creationId="{913295DD-F084-4E94-BEE9-F503F118086E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37:36.805" v="5424" actId="1076"/>
        <pc:sldMkLst>
          <pc:docMk/>
          <pc:sldMk cId="2108476145" sldId="305"/>
        </pc:sldMkLst>
        <pc:spChg chg="mod">
          <ac:chgData name="Алексей Голубев" userId="3c8aa089e0d51831" providerId="LiveId" clId="{947F5B59-D7EF-4CC8-90F1-70FEFD02A923}" dt="2025-04-03T19:19:18.705" v="5311"/>
          <ac:spMkLst>
            <pc:docMk/>
            <pc:sldMk cId="2108476145" sldId="305"/>
            <ac:spMk id="51" creationId="{1DA7A0AD-D2D2-4AAC-940D-A562E1A3F024}"/>
          </ac:spMkLst>
        </pc:spChg>
        <pc:spChg chg="mod">
          <ac:chgData name="Алексей Голубев" userId="3c8aa089e0d51831" providerId="LiveId" clId="{947F5B59-D7EF-4CC8-90F1-70FEFD02A923}" dt="2025-04-03T19:37:36.805" v="5424" actId="1076"/>
          <ac:spMkLst>
            <pc:docMk/>
            <pc:sldMk cId="2108476145" sldId="305"/>
            <ac:spMk id="52" creationId="{C796D657-D1D7-4234-B65F-9ECC0BF5EE49}"/>
          </ac:spMkLst>
        </pc:spChg>
        <pc:spChg chg="mod topLvl">
          <ac:chgData name="Алексей Голубев" userId="3c8aa089e0d51831" providerId="LiveId" clId="{947F5B59-D7EF-4CC8-90F1-70FEFD02A923}" dt="2025-04-03T19:26:14.988" v="5342" actId="208"/>
          <ac:spMkLst>
            <pc:docMk/>
            <pc:sldMk cId="2108476145" sldId="305"/>
            <ac:spMk id="54" creationId="{E3B6F412-93F8-4D00-BCAC-C1D2D257D007}"/>
          </ac:spMkLst>
        </pc:spChg>
        <pc:spChg chg="add del mod topLvl">
          <ac:chgData name="Алексей Голубев" userId="3c8aa089e0d51831" providerId="LiveId" clId="{947F5B59-D7EF-4CC8-90F1-70FEFD02A923}" dt="2025-04-03T19:37:21.993" v="5422" actId="1076"/>
          <ac:spMkLst>
            <pc:docMk/>
            <pc:sldMk cId="2108476145" sldId="305"/>
            <ac:spMk id="55" creationId="{7CE2D4AB-5877-435C-8A5F-FF4F70C57AAB}"/>
          </ac:spMkLst>
        </pc:spChg>
        <pc:spChg chg="add mod">
          <ac:chgData name="Алексей Голубев" userId="3c8aa089e0d51831" providerId="LiveId" clId="{947F5B59-D7EF-4CC8-90F1-70FEFD02A923}" dt="2025-04-03T19:29:06.704" v="5363" actId="2085"/>
          <ac:spMkLst>
            <pc:docMk/>
            <pc:sldMk cId="2108476145" sldId="305"/>
            <ac:spMk id="56" creationId="{1B23841A-A3C1-4420-924B-3D6F7B653E05}"/>
          </ac:spMkLst>
        </pc:spChg>
        <pc:grpChg chg="add mod">
          <ac:chgData name="Алексей Голубев" userId="3c8aa089e0d51831" providerId="LiveId" clId="{947F5B59-D7EF-4CC8-90F1-70FEFD02A923}" dt="2025-04-03T19:37:28.583" v="5423" actId="11530"/>
          <ac:grpSpMkLst>
            <pc:docMk/>
            <pc:sldMk cId="2108476145" sldId="305"/>
            <ac:grpSpMk id="50" creationId="{EDF6AFE0-07F6-4AC9-9E35-627CDDFA3FF8}"/>
          </ac:grpSpMkLst>
        </pc:grpChg>
        <pc:grpChg chg="add del mod">
          <ac:chgData name="Алексей Голубев" userId="3c8aa089e0d51831" providerId="LiveId" clId="{947F5B59-D7EF-4CC8-90F1-70FEFD02A923}" dt="2025-04-03T19:37:14.422" v="5420" actId="11530"/>
          <ac:grpSpMkLst>
            <pc:docMk/>
            <pc:sldMk cId="2108476145" sldId="305"/>
            <ac:grpSpMk id="53" creationId="{CA003C1A-4AD6-4A12-9459-0E17B9F46231}"/>
          </ac:grpSpMkLst>
        </pc:grpChg>
        <pc:picChg chg="add mod">
          <ac:chgData name="Алексей Голубев" userId="3c8aa089e0d51831" providerId="LiveId" clId="{947F5B59-D7EF-4CC8-90F1-70FEFD02A923}" dt="2025-04-03T19:19:07.652" v="5309"/>
          <ac:picMkLst>
            <pc:docMk/>
            <pc:sldMk cId="2108476145" sldId="305"/>
            <ac:picMk id="48" creationId="{519C9FED-932F-4731-B189-E44ACA2456DD}"/>
          </ac:picMkLst>
        </pc:picChg>
        <pc:picChg chg="add mod">
          <ac:chgData name="Алексей Голубев" userId="3c8aa089e0d51831" providerId="LiveId" clId="{947F5B59-D7EF-4CC8-90F1-70FEFD02A923}" dt="2025-04-03T19:19:10.874" v="5310"/>
          <ac:picMkLst>
            <pc:docMk/>
            <pc:sldMk cId="2108476145" sldId="305"/>
            <ac:picMk id="49" creationId="{8B152541-7DA0-4016-84CB-AAEFD9088401}"/>
          </ac:picMkLst>
        </pc:picChg>
      </pc:sldChg>
      <pc:sldChg chg="add">
        <pc:chgData name="Алексей Голубев" userId="3c8aa089e0d51831" providerId="LiveId" clId="{947F5B59-D7EF-4CC8-90F1-70FEFD02A923}" dt="2025-04-03T18:52:12.522" v="4565" actId="2890"/>
        <pc:sldMkLst>
          <pc:docMk/>
          <pc:sldMk cId="2580307759" sldId="306"/>
        </pc:sldMkLst>
      </pc:sldChg>
      <pc:sldChg chg="add">
        <pc:chgData name="Алексей Голубев" userId="3c8aa089e0d51831" providerId="LiveId" clId="{947F5B59-D7EF-4CC8-90F1-70FEFD02A923}" dt="2025-04-03T18:52:14.448" v="4566" actId="2890"/>
        <pc:sldMkLst>
          <pc:docMk/>
          <pc:sldMk cId="1568362379" sldId="307"/>
        </pc:sldMkLst>
      </pc:sldChg>
      <pc:sldChg chg="add">
        <pc:chgData name="Алексей Голубев" userId="3c8aa089e0d51831" providerId="LiveId" clId="{947F5B59-D7EF-4CC8-90F1-70FEFD02A923}" dt="2025-04-03T18:52:16.102" v="4567" actId="2890"/>
        <pc:sldMkLst>
          <pc:docMk/>
          <pc:sldMk cId="1227254241" sldId="308"/>
        </pc:sldMkLst>
      </pc:sldChg>
      <pc:sldChg chg="add">
        <pc:chgData name="Алексей Голубев" userId="3c8aa089e0d51831" providerId="LiveId" clId="{947F5B59-D7EF-4CC8-90F1-70FEFD02A923}" dt="2025-04-03T18:52:17.937" v="4568" actId="2890"/>
        <pc:sldMkLst>
          <pc:docMk/>
          <pc:sldMk cId="4096707115" sldId="309"/>
        </pc:sldMkLst>
      </pc:sldChg>
      <pc:sldChg chg="add">
        <pc:chgData name="Алексей Голубев" userId="3c8aa089e0d51831" providerId="LiveId" clId="{947F5B59-D7EF-4CC8-90F1-70FEFD02A923}" dt="2025-04-03T18:52:19.785" v="4569" actId="2890"/>
        <pc:sldMkLst>
          <pc:docMk/>
          <pc:sldMk cId="1430098411" sldId="310"/>
        </pc:sldMkLst>
      </pc:sldChg>
      <pc:sldChg chg="addSp modSp add mod">
        <pc:chgData name="Алексей Голубев" userId="3c8aa089e0d51831" providerId="LiveId" clId="{947F5B59-D7EF-4CC8-90F1-70FEFD02A923}" dt="2025-04-05T12:38:34.609" v="6817" actId="1582"/>
        <pc:sldMkLst>
          <pc:docMk/>
          <pc:sldMk cId="57134433" sldId="311"/>
        </pc:sldMkLst>
        <pc:spChg chg="mod">
          <ac:chgData name="Алексей Голубев" userId="3c8aa089e0d51831" providerId="LiveId" clId="{947F5B59-D7EF-4CC8-90F1-70FEFD02A923}" dt="2025-04-05T12:36:45.344" v="6746"/>
          <ac:spMkLst>
            <pc:docMk/>
            <pc:sldMk cId="57134433" sldId="311"/>
            <ac:spMk id="51" creationId="{9E6DE200-3B7D-44D2-A70F-C270DC0A70BC}"/>
          </ac:spMkLst>
        </pc:spChg>
        <pc:spChg chg="mod">
          <ac:chgData name="Алексей Голубев" userId="3c8aa089e0d51831" providerId="LiveId" clId="{947F5B59-D7EF-4CC8-90F1-70FEFD02A923}" dt="2025-04-05T12:36:53.906" v="6749" actId="20577"/>
          <ac:spMkLst>
            <pc:docMk/>
            <pc:sldMk cId="57134433" sldId="311"/>
            <ac:spMk id="52" creationId="{74B93A39-1B9E-4E7C-93C7-E88F1CBEF7AC}"/>
          </ac:spMkLst>
        </pc:spChg>
        <pc:spChg chg="mod">
          <ac:chgData name="Алексей Голубев" userId="3c8aa089e0d51831" providerId="LiveId" clId="{947F5B59-D7EF-4CC8-90F1-70FEFD02A923}" dt="2025-04-05T12:37:07.846" v="6751"/>
          <ac:spMkLst>
            <pc:docMk/>
            <pc:sldMk cId="57134433" sldId="311"/>
            <ac:spMk id="54" creationId="{BEFC9B4C-BC8D-4D46-9987-6CDE17F86128}"/>
          </ac:spMkLst>
        </pc:spChg>
        <pc:spChg chg="mod">
          <ac:chgData name="Алексей Голубев" userId="3c8aa089e0d51831" providerId="LiveId" clId="{947F5B59-D7EF-4CC8-90F1-70FEFD02A923}" dt="2025-04-05T12:37:42.012" v="6808" actId="20577"/>
          <ac:spMkLst>
            <pc:docMk/>
            <pc:sldMk cId="57134433" sldId="311"/>
            <ac:spMk id="55" creationId="{BE639024-56E7-475C-85C4-EF3EAB647F59}"/>
          </ac:spMkLst>
        </pc:spChg>
        <pc:grpChg chg="add mod">
          <ac:chgData name="Алексей Голубев" userId="3c8aa089e0d51831" providerId="LiveId" clId="{947F5B59-D7EF-4CC8-90F1-70FEFD02A923}" dt="2025-04-05T12:36:49.484" v="6747" actId="1076"/>
          <ac:grpSpMkLst>
            <pc:docMk/>
            <pc:sldMk cId="57134433" sldId="311"/>
            <ac:grpSpMk id="50" creationId="{D17F57C2-5923-46D8-8533-EB2FCAAE4341}"/>
          </ac:grpSpMkLst>
        </pc:grpChg>
        <pc:grpChg chg="add mod">
          <ac:chgData name="Алексей Голубев" userId="3c8aa089e0d51831" providerId="LiveId" clId="{947F5B59-D7EF-4CC8-90F1-70FEFD02A923}" dt="2025-04-05T12:37:46.540" v="6809" actId="14100"/>
          <ac:grpSpMkLst>
            <pc:docMk/>
            <pc:sldMk cId="57134433" sldId="311"/>
            <ac:grpSpMk id="53" creationId="{A8F34C56-792E-48F8-8396-715DE90801E4}"/>
          </ac:grpSpMkLst>
        </pc:grpChg>
        <pc:picChg chg="mod">
          <ac:chgData name="Алексей Голубев" userId="3c8aa089e0d51831" providerId="LiveId" clId="{947F5B59-D7EF-4CC8-90F1-70FEFD02A923}" dt="2025-04-05T12:37:03.800" v="6750" actId="11530"/>
          <ac:picMkLst>
            <pc:docMk/>
            <pc:sldMk cId="57134433" sldId="311"/>
            <ac:picMk id="3" creationId="{4FBA808B-2C3F-422E-B042-3BA9C7127912}"/>
          </ac:picMkLst>
        </pc:picChg>
        <pc:cxnChg chg="add mod">
          <ac:chgData name="Алексей Голубев" userId="3c8aa089e0d51831" providerId="LiveId" clId="{947F5B59-D7EF-4CC8-90F1-70FEFD02A923}" dt="2025-04-05T12:38:10.460" v="6813" actId="1582"/>
          <ac:cxnSpMkLst>
            <pc:docMk/>
            <pc:sldMk cId="57134433" sldId="311"/>
            <ac:cxnSpMk id="4" creationId="{75A33A55-1E72-49EF-9709-1DF3DAB2F6CC}"/>
          </ac:cxnSpMkLst>
        </pc:cxnChg>
        <pc:cxnChg chg="add mod">
          <ac:chgData name="Алексей Голубев" userId="3c8aa089e0d51831" providerId="LiveId" clId="{947F5B59-D7EF-4CC8-90F1-70FEFD02A923}" dt="2025-04-05T12:38:34.609" v="6817" actId="1582"/>
          <ac:cxnSpMkLst>
            <pc:docMk/>
            <pc:sldMk cId="57134433" sldId="311"/>
            <ac:cxnSpMk id="6" creationId="{E5921FA1-C39F-49D8-B5BD-559A1E8A33D0}"/>
          </ac:cxnSpMkLst>
        </pc:cxnChg>
      </pc:sldChg>
      <pc:sldChg chg="add del">
        <pc:chgData name="Алексей Голубев" userId="3c8aa089e0d51831" providerId="LiveId" clId="{947F5B59-D7EF-4CC8-90F1-70FEFD02A923}" dt="2025-04-05T13:49:20.956" v="7788" actId="47"/>
        <pc:sldMkLst>
          <pc:docMk/>
          <pc:sldMk cId="2219143703" sldId="312"/>
        </pc:sldMkLst>
      </pc:sldChg>
      <pc:sldChg chg="add">
        <pc:chgData name="Алексей Голубев" userId="3c8aa089e0d51831" providerId="LiveId" clId="{947F5B59-D7EF-4CC8-90F1-70FEFD02A923}" dt="2025-04-03T19:09:36.022" v="5057" actId="2890"/>
        <pc:sldMkLst>
          <pc:docMk/>
          <pc:sldMk cId="878400169" sldId="313"/>
        </pc:sldMkLst>
      </pc:sldChg>
      <pc:sldChg chg="addSp modSp add mod">
        <pc:chgData name="Алексей Голубев" userId="3c8aa089e0d51831" providerId="LiveId" clId="{947F5B59-D7EF-4CC8-90F1-70FEFD02A923}" dt="2025-04-03T19:26:24.699" v="5343" actId="1076"/>
        <pc:sldMkLst>
          <pc:docMk/>
          <pc:sldMk cId="3393301533" sldId="314"/>
        </pc:sldMkLst>
        <pc:spChg chg="add mod">
          <ac:chgData name="Алексей Голубев" userId="3c8aa089e0d51831" providerId="LiveId" clId="{947F5B59-D7EF-4CC8-90F1-70FEFD02A923}" dt="2025-04-03T19:26:24.699" v="5343" actId="1076"/>
          <ac:spMkLst>
            <pc:docMk/>
            <pc:sldMk cId="3393301533" sldId="314"/>
            <ac:spMk id="48" creationId="{192AFD2E-2413-43B8-BCEA-682099E2957A}"/>
          </ac:spMkLst>
        </pc:spChg>
      </pc:sldChg>
      <pc:sldChg chg="addSp modSp add mod">
        <pc:chgData name="Алексей Голубев" userId="3c8aa089e0d51831" providerId="LiveId" clId="{947F5B59-D7EF-4CC8-90F1-70FEFD02A923}" dt="2025-04-05T13:13:18.930" v="7782" actId="1076"/>
        <pc:sldMkLst>
          <pc:docMk/>
          <pc:sldMk cId="3638007257" sldId="315"/>
        </pc:sldMkLst>
        <pc:spChg chg="mod">
          <ac:chgData name="Алексей Голубев" userId="3c8aa089e0d51831" providerId="LiveId" clId="{947F5B59-D7EF-4CC8-90F1-70FEFD02A923}" dt="2025-04-05T12:33:23.754" v="6584"/>
          <ac:spMkLst>
            <pc:docMk/>
            <pc:sldMk cId="3638007257" sldId="315"/>
            <ac:spMk id="51" creationId="{551B4CDD-82AF-439F-8E8C-CF8A9EC1BA70}"/>
          </ac:spMkLst>
        </pc:spChg>
        <pc:spChg chg="mod">
          <ac:chgData name="Алексей Голубев" userId="3c8aa089e0d51831" providerId="LiveId" clId="{947F5B59-D7EF-4CC8-90F1-70FEFD02A923}" dt="2025-04-05T12:33:43.703" v="6624" actId="20577"/>
          <ac:spMkLst>
            <pc:docMk/>
            <pc:sldMk cId="3638007257" sldId="315"/>
            <ac:spMk id="52" creationId="{FD224A3A-C902-4094-AE6D-7B6E684FF02F}"/>
          </ac:spMkLst>
        </pc:spChg>
        <pc:spChg chg="mod">
          <ac:chgData name="Алексей Голубев" userId="3c8aa089e0d51831" providerId="LiveId" clId="{947F5B59-D7EF-4CC8-90F1-70FEFD02A923}" dt="2025-04-05T12:34:05.163" v="6631"/>
          <ac:spMkLst>
            <pc:docMk/>
            <pc:sldMk cId="3638007257" sldId="315"/>
            <ac:spMk id="54" creationId="{FD837073-F61E-4615-A0CE-707B387F63D8}"/>
          </ac:spMkLst>
        </pc:spChg>
        <pc:spChg chg="mod">
          <ac:chgData name="Алексей Голубев" userId="3c8aa089e0d51831" providerId="LiveId" clId="{947F5B59-D7EF-4CC8-90F1-70FEFD02A923}" dt="2025-04-05T13:13:14.023" v="7781" actId="14100"/>
          <ac:spMkLst>
            <pc:docMk/>
            <pc:sldMk cId="3638007257" sldId="315"/>
            <ac:spMk id="55" creationId="{E4E9A323-0E93-4372-B943-71E53C833C22}"/>
          </ac:spMkLst>
        </pc:spChg>
        <pc:spChg chg="add mod">
          <ac:chgData name="Алексей Голубев" userId="3c8aa089e0d51831" providerId="LiveId" clId="{947F5B59-D7EF-4CC8-90F1-70FEFD02A923}" dt="2025-04-05T12:35:04.451" v="6697" actId="1076"/>
          <ac:spMkLst>
            <pc:docMk/>
            <pc:sldMk cId="3638007257" sldId="315"/>
            <ac:spMk id="56" creationId="{201F0B1A-8389-4E8A-B364-340CB8F87510}"/>
          </ac:spMkLst>
        </pc:spChg>
        <pc:grpChg chg="add mod">
          <ac:chgData name="Алексей Голубев" userId="3c8aa089e0d51831" providerId="LiveId" clId="{947F5B59-D7EF-4CC8-90F1-70FEFD02A923}" dt="2025-04-05T12:34:01.572" v="6630" actId="1076"/>
          <ac:grpSpMkLst>
            <pc:docMk/>
            <pc:sldMk cId="3638007257" sldId="315"/>
            <ac:grpSpMk id="50" creationId="{527585C5-308A-4AC4-BFAA-3D0299DEE456}"/>
          </ac:grpSpMkLst>
        </pc:grpChg>
        <pc:grpChg chg="add mod">
          <ac:chgData name="Алексей Голубев" userId="3c8aa089e0d51831" providerId="LiveId" clId="{947F5B59-D7EF-4CC8-90F1-70FEFD02A923}" dt="2025-04-05T13:13:18.930" v="7782" actId="1076"/>
          <ac:grpSpMkLst>
            <pc:docMk/>
            <pc:sldMk cId="3638007257" sldId="315"/>
            <ac:grpSpMk id="53" creationId="{C45D5096-24DB-4830-AE13-CCDAF4159D58}"/>
          </ac:grpSpMkLst>
        </pc:grpChg>
        <pc:picChg chg="mod">
          <ac:chgData name="Алексей Голубев" userId="3c8aa089e0d51831" providerId="LiveId" clId="{947F5B59-D7EF-4CC8-90F1-70FEFD02A923}" dt="2025-04-05T12:33:56.715" v="6627" actId="1076"/>
          <ac:picMkLst>
            <pc:docMk/>
            <pc:sldMk cId="3638007257" sldId="315"/>
            <ac:picMk id="3" creationId="{80BC1D51-EF09-45D5-B372-7D43943693CA}"/>
          </ac:picMkLst>
        </pc:picChg>
        <pc:picChg chg="mod">
          <ac:chgData name="Алексей Голубев" userId="3c8aa089e0d51831" providerId="LiveId" clId="{947F5B59-D7EF-4CC8-90F1-70FEFD02A923}" dt="2025-04-05T12:34:45.120" v="6692" actId="1076"/>
          <ac:picMkLst>
            <pc:docMk/>
            <pc:sldMk cId="3638007257" sldId="315"/>
            <ac:picMk id="48" creationId="{6C9D8564-60F7-4BC3-A7A0-217715F1620D}"/>
          </ac:picMkLst>
        </pc:picChg>
      </pc:sldChg>
      <pc:sldChg chg="add">
        <pc:chgData name="Алексей Голубев" userId="3c8aa089e0d51831" providerId="LiveId" clId="{947F5B59-D7EF-4CC8-90F1-70FEFD02A923}" dt="2025-04-03T19:09:47.149" v="5060"/>
        <pc:sldMkLst>
          <pc:docMk/>
          <pc:sldMk cId="3376595873" sldId="316"/>
        </pc:sldMkLst>
      </pc:sldChg>
      <pc:sldChg chg="add">
        <pc:chgData name="Алексей Голубев" userId="3c8aa089e0d51831" providerId="LiveId" clId="{947F5B59-D7EF-4CC8-90F1-70FEFD02A923}" dt="2025-04-03T19:09:48.275" v="5061"/>
        <pc:sldMkLst>
          <pc:docMk/>
          <pc:sldMk cId="3792441124" sldId="317"/>
        </pc:sldMkLst>
      </pc:sldChg>
      <pc:sldChg chg="add">
        <pc:chgData name="Алексей Голубев" userId="3c8aa089e0d51831" providerId="LiveId" clId="{947F5B59-D7EF-4CC8-90F1-70FEFD02A923}" dt="2025-04-03T19:09:48.795" v="5062"/>
        <pc:sldMkLst>
          <pc:docMk/>
          <pc:sldMk cId="525318656" sldId="318"/>
        </pc:sldMkLst>
      </pc:sldChg>
      <pc:sldChg chg="add">
        <pc:chgData name="Алексей Голубев" userId="3c8aa089e0d51831" providerId="LiveId" clId="{947F5B59-D7EF-4CC8-90F1-70FEFD02A923}" dt="2025-04-03T19:09:49.182" v="5063"/>
        <pc:sldMkLst>
          <pc:docMk/>
          <pc:sldMk cId="3105453353" sldId="319"/>
        </pc:sldMkLst>
      </pc:sldChg>
      <pc:sldChg chg="add">
        <pc:chgData name="Алексей Голубев" userId="3c8aa089e0d51831" providerId="LiveId" clId="{947F5B59-D7EF-4CC8-90F1-70FEFD02A923}" dt="2025-04-03T19:09:49.767" v="5064"/>
        <pc:sldMkLst>
          <pc:docMk/>
          <pc:sldMk cId="3990500580" sldId="320"/>
        </pc:sldMkLst>
      </pc:sldChg>
      <pc:sldChg chg="add">
        <pc:chgData name="Алексей Голубев" userId="3c8aa089e0d51831" providerId="LiveId" clId="{947F5B59-D7EF-4CC8-90F1-70FEFD02A923}" dt="2025-04-03T19:09:50.502" v="5065"/>
        <pc:sldMkLst>
          <pc:docMk/>
          <pc:sldMk cId="4009184896" sldId="321"/>
        </pc:sldMkLst>
      </pc:sldChg>
      <pc:sldChg chg="add">
        <pc:chgData name="Алексей Голубев" userId="3c8aa089e0d51831" providerId="LiveId" clId="{947F5B59-D7EF-4CC8-90F1-70FEFD02A923}" dt="2025-04-03T19:09:50.677" v="5066"/>
        <pc:sldMkLst>
          <pc:docMk/>
          <pc:sldMk cId="3463735975" sldId="322"/>
        </pc:sldMkLst>
      </pc:sldChg>
      <pc:sldChg chg="addSp delSp modSp add mod">
        <pc:chgData name="Алексей Голубев" userId="3c8aa089e0d51831" providerId="LiveId" clId="{947F5B59-D7EF-4CC8-90F1-70FEFD02A923}" dt="2025-04-05T10:35:10.878" v="5605" actId="14100"/>
        <pc:sldMkLst>
          <pc:docMk/>
          <pc:sldMk cId="2250259958" sldId="323"/>
        </pc:sldMkLst>
        <pc:spChg chg="mod">
          <ac:chgData name="Алексей Голубев" userId="3c8aa089e0d51831" providerId="LiveId" clId="{947F5B59-D7EF-4CC8-90F1-70FEFD02A923}" dt="2025-04-05T10:31:52.223" v="5478"/>
          <ac:spMkLst>
            <pc:docMk/>
            <pc:sldMk cId="2250259958" sldId="323"/>
            <ac:spMk id="51" creationId="{0525730F-16C8-4D2E-97B7-37014780478A}"/>
          </ac:spMkLst>
        </pc:spChg>
        <pc:spChg chg="mod">
          <ac:chgData name="Алексей Голубев" userId="3c8aa089e0d51831" providerId="LiveId" clId="{947F5B59-D7EF-4CC8-90F1-70FEFD02A923}" dt="2025-04-05T10:35:07.751" v="5604" actId="14100"/>
          <ac:spMkLst>
            <pc:docMk/>
            <pc:sldMk cId="2250259958" sldId="323"/>
            <ac:spMk id="52" creationId="{0BC5E837-A1D2-4A7B-BE70-F4C3DEF1FA3B}"/>
          </ac:spMkLst>
        </pc:spChg>
        <pc:spChg chg="add mod">
          <ac:chgData name="Алексей Голубев" userId="3c8aa089e0d51831" providerId="LiveId" clId="{947F5B59-D7EF-4CC8-90F1-70FEFD02A923}" dt="2025-04-05T10:34:16.901" v="5594" actId="1076"/>
          <ac:spMkLst>
            <pc:docMk/>
            <pc:sldMk cId="2250259958" sldId="323"/>
            <ac:spMk id="60" creationId="{F97F6466-7156-44A7-B495-FA72D0453296}"/>
          </ac:spMkLst>
        </pc:spChg>
        <pc:grpChg chg="add mod">
          <ac:chgData name="Алексей Голубев" userId="3c8aa089e0d51831" providerId="LiveId" clId="{947F5B59-D7EF-4CC8-90F1-70FEFD02A923}" dt="2025-04-05T10:35:10.878" v="5605" actId="14100"/>
          <ac:grpSpMkLst>
            <pc:docMk/>
            <pc:sldMk cId="2250259958" sldId="323"/>
            <ac:grpSpMk id="50" creationId="{F328371D-596B-412A-B908-E31F11BFBDE8}"/>
          </ac:grpSpMkLst>
        </pc:grpChg>
        <pc:graphicFrameChg chg="add modGraphic">
          <ac:chgData name="Алексей Голубев" userId="3c8aa089e0d51831" providerId="LiveId" clId="{947F5B59-D7EF-4CC8-90F1-70FEFD02A923}" dt="2025-04-03T19:09:53.476" v="5068" actId="27309"/>
          <ac:graphicFrameMkLst>
            <pc:docMk/>
            <pc:sldMk cId="2250259958" sldId="323"/>
            <ac:graphicFrameMk id="3" creationId="{FF026FA0-1488-4A97-92C6-92CF9C0C4582}"/>
          </ac:graphicFrameMkLst>
        </pc:graphicFrameChg>
        <pc:picChg chg="mod">
          <ac:chgData name="Алексей Голубев" userId="3c8aa089e0d51831" providerId="LiveId" clId="{947F5B59-D7EF-4CC8-90F1-70FEFD02A923}" dt="2025-04-05T10:32:53.434" v="5579" actId="11530"/>
          <ac:picMkLst>
            <pc:docMk/>
            <pc:sldMk cId="2250259958" sldId="323"/>
            <ac:picMk id="4" creationId="{C4210206-6459-4716-8386-BE08AAEDA523}"/>
          </ac:picMkLst>
        </pc:picChg>
        <pc:picChg chg="mod">
          <ac:chgData name="Алексей Голубев" userId="3c8aa089e0d51831" providerId="LiveId" clId="{947F5B59-D7EF-4CC8-90F1-70FEFD02A923}" dt="2025-04-05T10:32:56.784" v="5580" actId="11530"/>
          <ac:picMkLst>
            <pc:docMk/>
            <pc:sldMk cId="2250259958" sldId="323"/>
            <ac:picMk id="6" creationId="{39E7806E-ABAC-467C-B82A-974BA5397C76}"/>
          </ac:picMkLst>
        </pc:picChg>
        <pc:cxnChg chg="add del mod">
          <ac:chgData name="Алексей Голубев" userId="3c8aa089e0d51831" providerId="LiveId" clId="{947F5B59-D7EF-4CC8-90F1-70FEFD02A923}" dt="2025-04-05T10:33:18.823" v="5583" actId="478"/>
          <ac:cxnSpMkLst>
            <pc:docMk/>
            <pc:sldMk cId="2250259958" sldId="323"/>
            <ac:cxnSpMk id="3" creationId="{8501139B-7FD1-4C86-A108-449103F30C5A}"/>
          </ac:cxnSpMkLst>
        </pc:cxnChg>
        <pc:cxnChg chg="add mod">
          <ac:chgData name="Алексей Голубев" userId="3c8aa089e0d51831" providerId="LiveId" clId="{947F5B59-D7EF-4CC8-90F1-70FEFD02A923}" dt="2025-04-05T10:33:49.686" v="5591" actId="1582"/>
          <ac:cxnSpMkLst>
            <pc:docMk/>
            <pc:sldMk cId="2250259958" sldId="323"/>
            <ac:cxnSpMk id="7" creationId="{42CD7838-3334-418D-8B34-285C5BF06F5C}"/>
          </ac:cxnSpMkLst>
        </pc:cxnChg>
      </pc:sldChg>
      <pc:sldChg chg="modSp mod">
        <pc:chgData name="Алексей Голубев" userId="3c8aa089e0d51831" providerId="LiveId" clId="{947F5B59-D7EF-4CC8-90F1-70FEFD02A923}" dt="2025-04-03T19:38:34.211" v="5432" actId="1076"/>
        <pc:sldMkLst>
          <pc:docMk/>
          <pc:sldMk cId="0" sldId="324"/>
        </pc:sldMkLst>
        <pc:spChg chg="mod">
          <ac:chgData name="Алексей Голубев" userId="3c8aa089e0d51831" providerId="LiveId" clId="{947F5B59-D7EF-4CC8-90F1-70FEFD02A923}" dt="2025-04-03T19:38:34.211" v="5432" actId="1076"/>
          <ac:spMkLst>
            <pc:docMk/>
            <pc:sldMk cId="0" sldId="324"/>
            <ac:spMk id="456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7:53.558" v="5426" actId="1076"/>
          <ac:spMkLst>
            <pc:docMk/>
            <pc:sldMk cId="0" sldId="324"/>
            <ac:spMk id="459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8:02.878" v="5428" actId="1076"/>
          <ac:spMkLst>
            <pc:docMk/>
            <pc:sldMk cId="0" sldId="324"/>
            <ac:spMk id="462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29:12.923" v="5364" actId="2085"/>
          <ac:spMkLst>
            <pc:docMk/>
            <pc:sldMk cId="0" sldId="324"/>
            <ac:spMk id="467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8:19.954" v="5430" actId="11530"/>
          <ac:grpSpMkLst>
            <pc:docMk/>
            <pc:sldMk cId="0" sldId="324"/>
            <ac:grpSpMk id="454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7:48.138" v="5425" actId="11530"/>
          <ac:grpSpMkLst>
            <pc:docMk/>
            <pc:sldMk cId="0" sldId="324"/>
            <ac:grpSpMk id="457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7:59.068" v="5427" actId="11530"/>
          <ac:grpSpMkLst>
            <pc:docMk/>
            <pc:sldMk cId="0" sldId="324"/>
            <ac:grpSpMk id="460" creationId="{00000000-0000-0000-0000-000000000000}"/>
          </ac:grpSpMkLst>
        </pc:grpChg>
      </pc:sldChg>
      <pc:sldChg chg="modSp mod modNotes">
        <pc:chgData name="Алексей Голубев" userId="3c8aa089e0d51831" providerId="LiveId" clId="{947F5B59-D7EF-4CC8-90F1-70FEFD02A923}" dt="2025-04-03T19:39:55.616" v="5438" actId="1076"/>
        <pc:sldMkLst>
          <pc:docMk/>
          <pc:sldMk cId="0" sldId="325"/>
        </pc:sldMkLst>
        <pc:spChg chg="mod">
          <ac:chgData name="Алексей Голубев" userId="3c8aa089e0d51831" providerId="LiveId" clId="{947F5B59-D7EF-4CC8-90F1-70FEFD02A923}" dt="2025-04-03T19:39:55.616" v="5438" actId="1076"/>
          <ac:spMkLst>
            <pc:docMk/>
            <pc:sldMk cId="0" sldId="325"/>
            <ac:spMk id="517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9:36.871" v="5435" actId="1076"/>
          <ac:spMkLst>
            <pc:docMk/>
            <pc:sldMk cId="0" sldId="325"/>
            <ac:spMk id="523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9:44.387" v="5436" actId="11530"/>
          <ac:grpSpMkLst>
            <pc:docMk/>
            <pc:sldMk cId="0" sldId="325"/>
            <ac:grpSpMk id="515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9:22.981" v="5433" actId="11530"/>
          <ac:grpSpMkLst>
            <pc:docMk/>
            <pc:sldMk cId="0" sldId="325"/>
            <ac:grpSpMk id="518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9:30.011" v="5434" actId="11530"/>
          <ac:grpSpMkLst>
            <pc:docMk/>
            <pc:sldMk cId="0" sldId="325"/>
            <ac:grpSpMk id="521" creationId="{00000000-0000-0000-0000-000000000000}"/>
          </ac:grpSpMkLst>
        </pc:grpChg>
      </pc:sldChg>
      <pc:sldChg chg="del">
        <pc:chgData name="Алексей Голубев" userId="3c8aa089e0d51831" providerId="LiveId" clId="{947F5B59-D7EF-4CC8-90F1-70FEFD02A923}" dt="2025-04-03T19:26:58.342" v="5346" actId="47"/>
        <pc:sldMkLst>
          <pc:docMk/>
          <pc:sldMk cId="0" sldId="326"/>
        </pc:sldMkLst>
      </pc:sldChg>
      <pc:sldChg chg="modSp mod modNotes">
        <pc:chgData name="Алексей Голубев" userId="3c8aa089e0d51831" providerId="LiveId" clId="{947F5B59-D7EF-4CC8-90F1-70FEFD02A923}" dt="2025-04-03T19:40:23.876" v="5442" actId="11530"/>
        <pc:sldMkLst>
          <pc:docMk/>
          <pc:sldMk cId="0" sldId="327"/>
        </pc:sldMkLst>
        <pc:spChg chg="mod">
          <ac:chgData name="Алексей Голубев" userId="3c8aa089e0d51831" providerId="LiveId" clId="{947F5B59-D7EF-4CC8-90F1-70FEFD02A923}" dt="2025-04-03T19:40:16.873" v="5441" actId="1076"/>
          <ac:spMkLst>
            <pc:docMk/>
            <pc:sldMk cId="0" sldId="327"/>
            <ac:spMk id="577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0:06.080" v="5439" actId="11530"/>
          <ac:grpSpMkLst>
            <pc:docMk/>
            <pc:sldMk cId="0" sldId="327"/>
            <ac:grpSpMk id="575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0:23.876" v="5442" actId="11530"/>
          <ac:grpSpMkLst>
            <pc:docMk/>
            <pc:sldMk cId="0" sldId="327"/>
            <ac:grpSpMk id="578" creationId="{00000000-0000-0000-0000-000000000000}"/>
          </ac:grpSpMkLst>
        </pc:grpChg>
      </pc:sldChg>
      <pc:sldChg chg="delSp modSp mod">
        <pc:chgData name="Алексей Голубев" userId="3c8aa089e0d51831" providerId="LiveId" clId="{947F5B59-D7EF-4CC8-90F1-70FEFD02A923}" dt="2025-04-03T19:40:56.195" v="5446" actId="14100"/>
        <pc:sldMkLst>
          <pc:docMk/>
          <pc:sldMk cId="0" sldId="328"/>
        </pc:sldMkLst>
        <pc:spChg chg="mod">
          <ac:chgData name="Алексей Голубев" userId="3c8aa089e0d51831" providerId="LiveId" clId="{947F5B59-D7EF-4CC8-90F1-70FEFD02A923}" dt="2025-04-03T19:40:40.786" v="5443" actId="1076"/>
          <ac:spMkLst>
            <pc:docMk/>
            <pc:sldMk cId="0" sldId="328"/>
            <ac:spMk id="349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0:51.120" v="5445" actId="1076"/>
          <ac:spMkLst>
            <pc:docMk/>
            <pc:sldMk cId="0" sldId="328"/>
            <ac:spMk id="352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9:27:06.417" v="5348" actId="478"/>
          <ac:spMkLst>
            <pc:docMk/>
            <pc:sldMk cId="0" sldId="328"/>
            <ac:spMk id="35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9:27:04.378" v="5347" actId="478"/>
          <ac:spMkLst>
            <pc:docMk/>
            <pc:sldMk cId="0" sldId="328"/>
            <ac:spMk id="354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27:57.698" v="5357" actId="1076"/>
          <ac:spMkLst>
            <pc:docMk/>
            <pc:sldMk cId="0" sldId="328"/>
            <ac:spMk id="358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29:48.280" v="5370" actId="14100"/>
          <ac:grpSpMkLst>
            <pc:docMk/>
            <pc:sldMk cId="0" sldId="328"/>
            <ac:grpSpMk id="347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0:56.195" v="5446" actId="14100"/>
          <ac:grpSpMkLst>
            <pc:docMk/>
            <pc:sldMk cId="0" sldId="328"/>
            <ac:grpSpMk id="350" creationId="{00000000-0000-0000-0000-000000000000}"/>
          </ac:grpSpMkLst>
        </pc:grpChg>
        <pc:picChg chg="mod">
          <ac:chgData name="Алексей Голубев" userId="3c8aa089e0d51831" providerId="LiveId" clId="{947F5B59-D7EF-4CC8-90F1-70FEFD02A923}" dt="2025-04-03T19:27:09.831" v="5349" actId="1076"/>
          <ac:picMkLst>
            <pc:docMk/>
            <pc:sldMk cId="0" sldId="328"/>
            <ac:picMk id="355" creationId="{00000000-0000-0000-0000-000000000000}"/>
          </ac:picMkLst>
        </pc:picChg>
        <pc:picChg chg="mod">
          <ac:chgData name="Алексей Голубев" userId="3c8aa089e0d51831" providerId="LiveId" clId="{947F5B59-D7EF-4CC8-90F1-70FEFD02A923}" dt="2025-04-03T19:27:20.698" v="5351" actId="1076"/>
          <ac:picMkLst>
            <pc:docMk/>
            <pc:sldMk cId="0" sldId="328"/>
            <ac:picMk id="356" creationId="{00000000-0000-0000-0000-000000000000}"/>
          </ac:picMkLst>
        </pc:picChg>
        <pc:cxnChg chg="mod">
          <ac:chgData name="Алексей Голубев" userId="3c8aa089e0d51831" providerId="LiveId" clId="{947F5B59-D7EF-4CC8-90F1-70FEFD02A923}" dt="2025-04-03T19:40:56.195" v="5446" actId="14100"/>
          <ac:cxnSpMkLst>
            <pc:docMk/>
            <pc:sldMk cId="0" sldId="328"/>
            <ac:cxnSpMk id="359" creationId="{00000000-0000-0000-0000-000000000000}"/>
          </ac:cxnSpMkLst>
        </pc:cxnChg>
      </pc:sldChg>
      <pc:sldChg chg="modSp mod">
        <pc:chgData name="Алексей Голубев" userId="3c8aa089e0d51831" providerId="LiveId" clId="{947F5B59-D7EF-4CC8-90F1-70FEFD02A923}" dt="2025-04-03T19:41:19.356" v="5450" actId="1076"/>
        <pc:sldMkLst>
          <pc:docMk/>
          <pc:sldMk cId="0" sldId="329"/>
        </pc:sldMkLst>
        <pc:spChg chg="mod">
          <ac:chgData name="Алексей Голубев" userId="3c8aa089e0d51831" providerId="LiveId" clId="{947F5B59-D7EF-4CC8-90F1-70FEFD02A923}" dt="2025-04-03T19:41:10.154" v="5448" actId="1076"/>
          <ac:spMkLst>
            <pc:docMk/>
            <pc:sldMk cId="0" sldId="329"/>
            <ac:spMk id="408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1:19.356" v="5450" actId="1076"/>
          <ac:spMkLst>
            <pc:docMk/>
            <pc:sldMk cId="0" sldId="329"/>
            <ac:spMk id="411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1:05.331" v="5447" actId="11530"/>
          <ac:grpSpMkLst>
            <pc:docMk/>
            <pc:sldMk cId="0" sldId="329"/>
            <ac:grpSpMk id="406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1:15.274" v="5449" actId="11530"/>
          <ac:grpSpMkLst>
            <pc:docMk/>
            <pc:sldMk cId="0" sldId="329"/>
            <ac:grpSpMk id="409" creationId="{00000000-0000-0000-0000-000000000000}"/>
          </ac:grpSpMkLst>
        </pc:grpChg>
      </pc:sldChg>
      <pc:sldChg chg="modSp mod">
        <pc:chgData name="Алексей Голубев" userId="3c8aa089e0d51831" providerId="LiveId" clId="{947F5B59-D7EF-4CC8-90F1-70FEFD02A923}" dt="2025-04-03T19:41:47.310" v="5454" actId="1076"/>
        <pc:sldMkLst>
          <pc:docMk/>
          <pc:sldMk cId="0" sldId="330"/>
        </pc:sldMkLst>
        <pc:spChg chg="mod">
          <ac:chgData name="Алексей Голубев" userId="3c8aa089e0d51831" providerId="LiveId" clId="{947F5B59-D7EF-4CC8-90F1-70FEFD02A923}" dt="2025-04-03T19:41:32.014" v="5452" actId="1076"/>
          <ac:spMkLst>
            <pc:docMk/>
            <pc:sldMk cId="0" sldId="330"/>
            <ac:spMk id="464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1:14.705" v="5380" actId="2085"/>
          <ac:spMkLst>
            <pc:docMk/>
            <pc:sldMk cId="0" sldId="330"/>
            <ac:spMk id="466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1:47.310" v="5454" actId="1076"/>
          <ac:spMkLst>
            <pc:docMk/>
            <pc:sldMk cId="0" sldId="330"/>
            <ac:spMk id="470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1:26.659" v="5451" actId="11530"/>
          <ac:grpSpMkLst>
            <pc:docMk/>
            <pc:sldMk cId="0" sldId="330"/>
            <ac:grpSpMk id="462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1:41.486" v="5453" actId="11530"/>
          <ac:grpSpMkLst>
            <pc:docMk/>
            <pc:sldMk cId="0" sldId="330"/>
            <ac:grpSpMk id="468" creationId="{00000000-0000-0000-0000-000000000000}"/>
          </ac:grpSpMkLst>
        </pc:grpChg>
      </pc:sldChg>
      <pc:sldChg chg="modSp mod">
        <pc:chgData name="Алексей Голубев" userId="3c8aa089e0d51831" providerId="LiveId" clId="{947F5B59-D7EF-4CC8-90F1-70FEFD02A923}" dt="2025-04-03T19:43:31.267" v="5461" actId="1076"/>
        <pc:sldMkLst>
          <pc:docMk/>
          <pc:sldMk cId="0" sldId="331"/>
        </pc:sldMkLst>
        <pc:spChg chg="mod">
          <ac:chgData name="Алексей Голубев" userId="3c8aa089e0d51831" providerId="LiveId" clId="{947F5B59-D7EF-4CC8-90F1-70FEFD02A923}" dt="2025-04-03T19:42:09.479" v="5457" actId="1076"/>
          <ac:spMkLst>
            <pc:docMk/>
            <pc:sldMk cId="0" sldId="331"/>
            <ac:spMk id="52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3:31.267" v="5461" actId="1076"/>
          <ac:spMkLst>
            <pc:docMk/>
            <pc:sldMk cId="0" sldId="331"/>
            <ac:spMk id="526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3:19.903" v="5459" actId="1076"/>
          <ac:spMkLst>
            <pc:docMk/>
            <pc:sldMk cId="0" sldId="331"/>
            <ac:spMk id="532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1:57.159" v="5455" actId="11530"/>
          <ac:grpSpMkLst>
            <pc:docMk/>
            <pc:sldMk cId="0" sldId="331"/>
            <ac:grpSpMk id="521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3:26.841" v="5460" actId="11530"/>
          <ac:grpSpMkLst>
            <pc:docMk/>
            <pc:sldMk cId="0" sldId="331"/>
            <ac:grpSpMk id="524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3:15.097" v="5458" actId="11530"/>
          <ac:grpSpMkLst>
            <pc:docMk/>
            <pc:sldMk cId="0" sldId="331"/>
            <ac:grpSpMk id="530" creationId="{00000000-0000-0000-0000-000000000000}"/>
          </ac:grpSpMkLst>
        </pc:grpChg>
      </pc:sldChg>
      <pc:sldChg chg="del">
        <pc:chgData name="Алексей Голубев" userId="3c8aa089e0d51831" providerId="LiveId" clId="{947F5B59-D7EF-4CC8-90F1-70FEFD02A923}" dt="2025-04-03T19:31:27.911" v="5381" actId="47"/>
        <pc:sldMkLst>
          <pc:docMk/>
          <pc:sldMk cId="0" sldId="332"/>
        </pc:sldMkLst>
      </pc:sldChg>
      <pc:sldChg chg="modSp mod">
        <pc:chgData name="Алексей Голубев" userId="3c8aa089e0d51831" providerId="LiveId" clId="{947F5B59-D7EF-4CC8-90F1-70FEFD02A923}" dt="2025-04-03T19:44:18.400" v="5467" actId="11530"/>
        <pc:sldMkLst>
          <pc:docMk/>
          <pc:sldMk cId="0" sldId="333"/>
        </pc:sldMkLst>
        <pc:spChg chg="mod">
          <ac:chgData name="Алексей Голубев" userId="3c8aa089e0d51831" providerId="LiveId" clId="{947F5B59-D7EF-4CC8-90F1-70FEFD02A923}" dt="2025-04-03T19:32:29.758" v="5390" actId="20577"/>
          <ac:spMkLst>
            <pc:docMk/>
            <pc:sldMk cId="0" sldId="333"/>
            <ac:spMk id="640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2:27.778" v="5388" actId="20577"/>
          <ac:spMkLst>
            <pc:docMk/>
            <pc:sldMk cId="0" sldId="333"/>
            <ac:spMk id="643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4:18.400" v="5467" actId="11530"/>
          <ac:grpSpMkLst>
            <pc:docMk/>
            <pc:sldMk cId="0" sldId="333"/>
            <ac:grpSpMk id="638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4:12.403" v="5466" actId="11530"/>
          <ac:grpSpMkLst>
            <pc:docMk/>
            <pc:sldMk cId="0" sldId="333"/>
            <ac:grpSpMk id="641" creationId="{00000000-0000-0000-0000-000000000000}"/>
          </ac:grpSpMkLst>
        </pc:grpChg>
      </pc:sldChg>
      <pc:sldChg chg="modSp mod">
        <pc:chgData name="Алексей Голубев" userId="3c8aa089e0d51831" providerId="LiveId" clId="{947F5B59-D7EF-4CC8-90F1-70FEFD02A923}" dt="2025-04-03T19:44:50.449" v="5471" actId="1076"/>
        <pc:sldMkLst>
          <pc:docMk/>
          <pc:sldMk cId="0" sldId="334"/>
        </pc:sldMkLst>
        <pc:spChg chg="mod">
          <ac:chgData name="Алексей Голубев" userId="3c8aa089e0d51831" providerId="LiveId" clId="{947F5B59-D7EF-4CC8-90F1-70FEFD02A923}" dt="2025-04-03T19:44:33.003" v="5469" actId="1076"/>
          <ac:spMkLst>
            <pc:docMk/>
            <pc:sldMk cId="0" sldId="334"/>
            <ac:spMk id="692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4:50.449" v="5471" actId="1076"/>
          <ac:spMkLst>
            <pc:docMk/>
            <pc:sldMk cId="0" sldId="334"/>
            <ac:spMk id="697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2:43.611" v="5395" actId="2085"/>
          <ac:spMkLst>
            <pc:docMk/>
            <pc:sldMk cId="0" sldId="334"/>
            <ac:spMk id="701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4:28.869" v="5468" actId="11530"/>
          <ac:grpSpMkLst>
            <pc:docMk/>
            <pc:sldMk cId="0" sldId="334"/>
            <ac:grpSpMk id="690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4:43.260" v="5470" actId="11530"/>
          <ac:grpSpMkLst>
            <pc:docMk/>
            <pc:sldMk cId="0" sldId="334"/>
            <ac:grpSpMk id="695" creationId="{00000000-0000-0000-0000-000000000000}"/>
          </ac:grpSpMkLst>
        </pc:grpChg>
      </pc:sldChg>
      <pc:sldChg chg="modSp mod">
        <pc:chgData name="Алексей Голубев" userId="3c8aa089e0d51831" providerId="LiveId" clId="{947F5B59-D7EF-4CC8-90F1-70FEFD02A923}" dt="2025-04-03T19:45:04.689" v="5473" actId="1076"/>
        <pc:sldMkLst>
          <pc:docMk/>
          <pc:sldMk cId="0" sldId="335"/>
        </pc:sldMkLst>
        <pc:spChg chg="mod">
          <ac:chgData name="Алексей Голубев" userId="3c8aa089e0d51831" providerId="LiveId" clId="{947F5B59-D7EF-4CC8-90F1-70FEFD02A923}" dt="2025-04-03T19:45:04.689" v="5473" actId="1076"/>
          <ac:spMkLst>
            <pc:docMk/>
            <pc:sldMk cId="0" sldId="335"/>
            <ac:spMk id="751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4:58.476" v="5472" actId="11530"/>
          <ac:grpSpMkLst>
            <pc:docMk/>
            <pc:sldMk cId="0" sldId="335"/>
            <ac:grpSpMk id="749" creationId="{00000000-0000-0000-0000-000000000000}"/>
          </ac:grpSpMkLst>
        </pc:grpChg>
      </pc:sldChg>
      <pc:sldChg chg="modSp add del mod">
        <pc:chgData name="Алексей Голубев" userId="3c8aa089e0d51831" providerId="LiveId" clId="{947F5B59-D7EF-4CC8-90F1-70FEFD02A923}" dt="2025-04-03T19:36:12.982" v="5415" actId="11530"/>
        <pc:sldMkLst>
          <pc:docMk/>
          <pc:sldMk cId="0" sldId="336"/>
        </pc:sldMkLst>
        <pc:spChg chg="mod">
          <ac:chgData name="Алексей Голубев" userId="3c8aa089e0d51831" providerId="LiveId" clId="{947F5B59-D7EF-4CC8-90F1-70FEFD02A923}" dt="2025-04-03T19:33:18.460" v="5409" actId="20577"/>
          <ac:spMkLst>
            <pc:docMk/>
            <pc:sldMk cId="0" sldId="336"/>
            <ac:spMk id="899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6:05.404" v="5414" actId="11530"/>
          <ac:spMkLst>
            <pc:docMk/>
            <pc:sldMk cId="0" sldId="336"/>
            <ac:spMk id="90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3:16.455" v="5407" actId="20577"/>
          <ac:spMkLst>
            <pc:docMk/>
            <pc:sldMk cId="0" sldId="336"/>
            <ac:spMk id="904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6:12.982" v="5415" actId="11530"/>
          <ac:grpSpMkLst>
            <pc:docMk/>
            <pc:sldMk cId="0" sldId="336"/>
            <ac:grpSpMk id="897" creationId="{00000000-0000-0000-0000-000000000000}"/>
          </ac:grpSpMkLst>
        </pc:grpChg>
      </pc:sldChg>
      <pc:sldChg chg="modSp del mod">
        <pc:chgData name="Алексей Голубев" userId="3c8aa089e0d51831" providerId="LiveId" clId="{947F5B59-D7EF-4CC8-90F1-70FEFD02A923}" dt="2025-04-03T19:35:57.627" v="5413" actId="1076"/>
        <pc:sldMkLst>
          <pc:docMk/>
          <pc:sldMk cId="0" sldId="337"/>
        </pc:sldMkLst>
        <pc:spChg chg="mod">
          <ac:chgData name="Алексей Голубев" userId="3c8aa089e0d51831" providerId="LiveId" clId="{947F5B59-D7EF-4CC8-90F1-70FEFD02A923}" dt="2025-04-03T19:35:57.627" v="5413" actId="1076"/>
          <ac:spMkLst>
            <pc:docMk/>
            <pc:sldMk cId="0" sldId="337"/>
            <ac:spMk id="940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5:49.174" v="5412" actId="11530"/>
          <ac:grpSpMkLst>
            <pc:docMk/>
            <pc:sldMk cId="0" sldId="337"/>
            <ac:grpSpMk id="938" creationId="{00000000-0000-0000-0000-000000000000}"/>
          </ac:grpSpMkLst>
        </pc:grpChg>
      </pc:sldChg>
      <pc:sldChg chg="modSp add mod">
        <pc:chgData name="Алексей Голубев" userId="3c8aa089e0d51831" providerId="LiveId" clId="{947F5B59-D7EF-4CC8-90F1-70FEFD02A923}" dt="2025-04-03T19:44:03.444" v="5465" actId="1076"/>
        <pc:sldMkLst>
          <pc:docMk/>
          <pc:sldMk cId="0" sldId="338"/>
        </pc:sldMkLst>
        <pc:spChg chg="mod">
          <ac:chgData name="Алексей Голубев" userId="3c8aa089e0d51831" providerId="LiveId" clId="{947F5B59-D7EF-4CC8-90F1-70FEFD02A923}" dt="2025-04-03T19:43:50.378" v="5463" actId="1076"/>
          <ac:spMkLst>
            <pc:docMk/>
            <pc:sldMk cId="0" sldId="338"/>
            <ac:spMk id="58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4:03.444" v="5465" actId="1076"/>
          <ac:spMkLst>
            <pc:docMk/>
            <pc:sldMk cId="0" sldId="338"/>
            <ac:spMk id="586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3:44.224" v="5462" actId="11530"/>
          <ac:grpSpMkLst>
            <pc:docMk/>
            <pc:sldMk cId="0" sldId="338"/>
            <ac:grpSpMk id="581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3:56.407" v="5464" actId="11530"/>
          <ac:grpSpMkLst>
            <pc:docMk/>
            <pc:sldMk cId="0" sldId="338"/>
            <ac:grpSpMk id="584" creationId="{00000000-0000-0000-0000-000000000000}"/>
          </ac:grpSpMkLst>
        </pc:grpChg>
      </pc:sldChg>
      <pc:sldChg chg="addSp modSp mod">
        <pc:chgData name="Алексей Голубев" userId="3c8aa089e0d51831" providerId="LiveId" clId="{947F5B59-D7EF-4CC8-90F1-70FEFD02A923}" dt="2025-04-05T10:36:01.427" v="5651" actId="11530"/>
        <pc:sldMkLst>
          <pc:docMk/>
          <pc:sldMk cId="2767471943" sldId="346"/>
        </pc:sldMkLst>
        <pc:spChg chg="add mod">
          <ac:chgData name="Алексей Голубев" userId="3c8aa089e0d51831" providerId="LiveId" clId="{947F5B59-D7EF-4CC8-90F1-70FEFD02A923}" dt="2025-04-05T10:34:31.510" v="5596" actId="1076"/>
          <ac:spMkLst>
            <pc:docMk/>
            <pc:sldMk cId="2767471943" sldId="346"/>
            <ac:spMk id="50" creationId="{23787FD8-8146-4B3A-A613-E258D93B3952}"/>
          </ac:spMkLst>
        </pc:spChg>
        <pc:spChg chg="mod">
          <ac:chgData name="Алексей Голубев" userId="3c8aa089e0d51831" providerId="LiveId" clId="{947F5B59-D7EF-4CC8-90F1-70FEFD02A923}" dt="2025-04-05T10:35:18.527" v="5606"/>
          <ac:spMkLst>
            <pc:docMk/>
            <pc:sldMk cId="2767471943" sldId="346"/>
            <ac:spMk id="54" creationId="{50F72AEB-0A36-4401-8A8D-6212A5217A03}"/>
          </ac:spMkLst>
        </pc:spChg>
        <pc:spChg chg="mod">
          <ac:chgData name="Алексей Голубев" userId="3c8aa089e0d51831" providerId="LiveId" clId="{947F5B59-D7EF-4CC8-90F1-70FEFD02A923}" dt="2025-04-05T10:35:44.768" v="5647" actId="20577"/>
          <ac:spMkLst>
            <pc:docMk/>
            <pc:sldMk cId="2767471943" sldId="346"/>
            <ac:spMk id="55" creationId="{B875A14C-7D24-4B18-9501-D2A948ED7CEF}"/>
          </ac:spMkLst>
        </pc:spChg>
        <pc:grpChg chg="add mod">
          <ac:chgData name="Алексей Голубев" userId="3c8aa089e0d51831" providerId="LiveId" clId="{947F5B59-D7EF-4CC8-90F1-70FEFD02A923}" dt="2025-04-05T10:35:53.010" v="5649" actId="1076"/>
          <ac:grpSpMkLst>
            <pc:docMk/>
            <pc:sldMk cId="2767471943" sldId="346"/>
            <ac:grpSpMk id="53" creationId="{45C019A3-6BCA-47CA-A80C-4E80FFB99CD7}"/>
          </ac:grpSpMkLst>
        </pc:grpChg>
        <pc:picChg chg="mod">
          <ac:chgData name="Алексей Голубев" userId="3c8aa089e0d51831" providerId="LiveId" clId="{947F5B59-D7EF-4CC8-90F1-70FEFD02A923}" dt="2025-04-05T10:36:01.427" v="5651" actId="11530"/>
          <ac:picMkLst>
            <pc:docMk/>
            <pc:sldMk cId="2767471943" sldId="346"/>
            <ac:picMk id="3" creationId="{68A9DEF0-5BC9-4F12-9410-E4B6D4287FA2}"/>
          </ac:picMkLst>
        </pc:picChg>
        <pc:picChg chg="mod">
          <ac:chgData name="Алексей Голубев" userId="3c8aa089e0d51831" providerId="LiveId" clId="{947F5B59-D7EF-4CC8-90F1-70FEFD02A923}" dt="2025-04-05T10:35:58.126" v="5650" actId="11530"/>
          <ac:picMkLst>
            <pc:docMk/>
            <pc:sldMk cId="2767471943" sldId="346"/>
            <ac:picMk id="5" creationId="{8F4B1CCF-94C8-49C3-BC97-68053D1ADB74}"/>
          </ac:picMkLst>
        </pc:picChg>
        <pc:cxnChg chg="add mod">
          <ac:chgData name="Алексей Голубев" userId="3c8aa089e0d51831" providerId="LiveId" clId="{947F5B59-D7EF-4CC8-90F1-70FEFD02A923}" dt="2025-04-05T10:34:52.455" v="5600" actId="1582"/>
          <ac:cxnSpMkLst>
            <pc:docMk/>
            <pc:sldMk cId="2767471943" sldId="346"/>
            <ac:cxnSpMk id="4" creationId="{38C5FBA5-E12F-49CA-8B10-72D641BAE128}"/>
          </ac:cxnSpMkLst>
        </pc:cxnChg>
      </pc:sldChg>
      <pc:sldChg chg="addSp modSp mod">
        <pc:chgData name="Алексей Голубев" userId="3c8aa089e0d51831" providerId="LiveId" clId="{947F5B59-D7EF-4CC8-90F1-70FEFD02A923}" dt="2025-04-05T10:37:03.446" v="5706" actId="1076"/>
        <pc:sldMkLst>
          <pc:docMk/>
          <pc:sldMk cId="4012869286" sldId="347"/>
        </pc:sldMkLst>
        <pc:spChg chg="mod">
          <ac:chgData name="Алексей Голубев" userId="3c8aa089e0d51831" providerId="LiveId" clId="{947F5B59-D7EF-4CC8-90F1-70FEFD02A923}" dt="2025-04-05T10:36:20.292" v="5655"/>
          <ac:spMkLst>
            <pc:docMk/>
            <pc:sldMk cId="4012869286" sldId="347"/>
            <ac:spMk id="51" creationId="{5B4E3649-9BD7-4C51-A0FD-9BBE6E3D5C2B}"/>
          </ac:spMkLst>
        </pc:spChg>
        <pc:spChg chg="mod">
          <ac:chgData name="Алексей Голубев" userId="3c8aa089e0d51831" providerId="LiveId" clId="{947F5B59-D7EF-4CC8-90F1-70FEFD02A923}" dt="2025-04-05T10:36:53.300" v="5705" actId="1076"/>
          <ac:spMkLst>
            <pc:docMk/>
            <pc:sldMk cId="4012869286" sldId="347"/>
            <ac:spMk id="52" creationId="{5E091CB5-9F8E-4154-A7C0-6C7054642A19}"/>
          </ac:spMkLst>
        </pc:spChg>
        <pc:grpChg chg="add mod">
          <ac:chgData name="Алексей Голубев" userId="3c8aa089e0d51831" providerId="LiveId" clId="{947F5B59-D7EF-4CC8-90F1-70FEFD02A923}" dt="2025-04-05T10:37:03.446" v="5706" actId="1076"/>
          <ac:grpSpMkLst>
            <pc:docMk/>
            <pc:sldMk cId="4012869286" sldId="347"/>
            <ac:grpSpMk id="50" creationId="{709E3647-7FE5-4335-87F8-C006F8C8480C}"/>
          </ac:grpSpMkLst>
        </pc:grpChg>
        <pc:picChg chg="mod">
          <ac:chgData name="Алексей Голубев" userId="3c8aa089e0d51831" providerId="LiveId" clId="{947F5B59-D7EF-4CC8-90F1-70FEFD02A923}" dt="2025-04-05T10:36:12.625" v="5653" actId="11530"/>
          <ac:picMkLst>
            <pc:docMk/>
            <pc:sldMk cId="4012869286" sldId="347"/>
            <ac:picMk id="3" creationId="{59563038-9E9A-4CE3-9DB4-8000BF9C9280}"/>
          </ac:picMkLst>
        </pc:picChg>
        <pc:picChg chg="mod">
          <ac:chgData name="Алексей Голубев" userId="3c8aa089e0d51831" providerId="LiveId" clId="{947F5B59-D7EF-4CC8-90F1-70FEFD02A923}" dt="2025-04-05T10:36:16.067" v="5654" actId="11530"/>
          <ac:picMkLst>
            <pc:docMk/>
            <pc:sldMk cId="4012869286" sldId="347"/>
            <ac:picMk id="5" creationId="{8E7DF838-A853-4293-8656-F4F21E4BE8CD}"/>
          </ac:picMkLst>
        </pc:picChg>
      </pc:sldChg>
      <pc:sldChg chg="addSp modSp mod">
        <pc:chgData name="Алексей Голубев" userId="3c8aa089e0d51831" providerId="LiveId" clId="{947F5B59-D7EF-4CC8-90F1-70FEFD02A923}" dt="2025-04-05T10:39:26.752" v="5779" actId="1076"/>
        <pc:sldMkLst>
          <pc:docMk/>
          <pc:sldMk cId="3515343925" sldId="348"/>
        </pc:sldMkLst>
        <pc:spChg chg="mod">
          <ac:chgData name="Алексей Голубев" userId="3c8aa089e0d51831" providerId="LiveId" clId="{947F5B59-D7EF-4CC8-90F1-70FEFD02A923}" dt="2025-04-05T10:37:21.074" v="5707"/>
          <ac:spMkLst>
            <pc:docMk/>
            <pc:sldMk cId="3515343925" sldId="348"/>
            <ac:spMk id="51" creationId="{69E368BA-DCDB-4CEE-9247-715CB97B52C7}"/>
          </ac:spMkLst>
        </pc:spChg>
        <pc:spChg chg="mod">
          <ac:chgData name="Алексей Голубев" userId="3c8aa089e0d51831" providerId="LiveId" clId="{947F5B59-D7EF-4CC8-90F1-70FEFD02A923}" dt="2025-04-05T10:39:23.671" v="5778" actId="1076"/>
          <ac:spMkLst>
            <pc:docMk/>
            <pc:sldMk cId="3515343925" sldId="348"/>
            <ac:spMk id="52" creationId="{02FF287F-6CB8-489D-8154-4B6887092111}"/>
          </ac:spMkLst>
        </pc:spChg>
        <pc:grpChg chg="add mod">
          <ac:chgData name="Алексей Голубев" userId="3c8aa089e0d51831" providerId="LiveId" clId="{947F5B59-D7EF-4CC8-90F1-70FEFD02A923}" dt="2025-04-05T10:39:26.752" v="5779" actId="1076"/>
          <ac:grpSpMkLst>
            <pc:docMk/>
            <pc:sldMk cId="3515343925" sldId="348"/>
            <ac:grpSpMk id="50" creationId="{105A9EC0-AEBC-45B4-ADB7-A388D3885489}"/>
          </ac:grpSpMkLst>
        </pc:grpChg>
        <pc:picChg chg="mod">
          <ac:chgData name="Алексей Голубев" userId="3c8aa089e0d51831" providerId="LiveId" clId="{947F5B59-D7EF-4CC8-90F1-70FEFD02A923}" dt="2025-04-05T10:38:43.423" v="5768" actId="11530"/>
          <ac:picMkLst>
            <pc:docMk/>
            <pc:sldMk cId="3515343925" sldId="348"/>
            <ac:picMk id="5" creationId="{1D425FD2-0D6A-4A72-8691-1C7A3F3D6F6F}"/>
          </ac:picMkLst>
        </pc:picChg>
        <pc:picChg chg="mod">
          <ac:chgData name="Алексей Голубев" userId="3c8aa089e0d51831" providerId="LiveId" clId="{947F5B59-D7EF-4CC8-90F1-70FEFD02A923}" dt="2025-04-05T10:38:46.793" v="5769" actId="11530"/>
          <ac:picMkLst>
            <pc:docMk/>
            <pc:sldMk cId="3515343925" sldId="348"/>
            <ac:picMk id="7" creationId="{F12D8094-73C5-4CF0-8A6F-487232F4A6E6}"/>
          </ac:picMkLst>
        </pc:picChg>
        <pc:cxnChg chg="add mod">
          <ac:chgData name="Алексей Голубев" userId="3c8aa089e0d51831" providerId="LiveId" clId="{947F5B59-D7EF-4CC8-90F1-70FEFD02A923}" dt="2025-04-05T10:39:07.909" v="5774" actId="1582"/>
          <ac:cxnSpMkLst>
            <pc:docMk/>
            <pc:sldMk cId="3515343925" sldId="348"/>
            <ac:cxnSpMk id="3" creationId="{4209A209-C9AF-4492-BF9D-2BD3C46B1187}"/>
          </ac:cxnSpMkLst>
        </pc:cxnChg>
      </pc:sldChg>
      <pc:sldChg chg="addSp modSp mod ord">
        <pc:chgData name="Алексей Голубев" userId="3c8aa089e0d51831" providerId="LiveId" clId="{947F5B59-D7EF-4CC8-90F1-70FEFD02A923}" dt="2025-04-05T12:36:31.264" v="6745" actId="1076"/>
        <pc:sldMkLst>
          <pc:docMk/>
          <pc:sldMk cId="3882491021" sldId="349"/>
        </pc:sldMkLst>
        <pc:spChg chg="mod">
          <ac:chgData name="Алексей Голубев" userId="3c8aa089e0d51831" providerId="LiveId" clId="{947F5B59-D7EF-4CC8-90F1-70FEFD02A923}" dt="2025-04-05T12:35:48.680" v="6702"/>
          <ac:spMkLst>
            <pc:docMk/>
            <pc:sldMk cId="3882491021" sldId="349"/>
            <ac:spMk id="50" creationId="{A436F123-BD88-4E58-AB5E-27C56CBCD19C}"/>
          </ac:spMkLst>
        </pc:spChg>
        <pc:spChg chg="mod">
          <ac:chgData name="Алексей Голубев" userId="3c8aa089e0d51831" providerId="LiveId" clId="{947F5B59-D7EF-4CC8-90F1-70FEFD02A923}" dt="2025-04-05T12:36:14.154" v="6743" actId="1076"/>
          <ac:spMkLst>
            <pc:docMk/>
            <pc:sldMk cId="3882491021" sldId="349"/>
            <ac:spMk id="51" creationId="{750530B4-0023-4DFD-A445-9734328694FF}"/>
          </ac:spMkLst>
        </pc:spChg>
        <pc:grpChg chg="add mod">
          <ac:chgData name="Алексей Голубев" userId="3c8aa089e0d51831" providerId="LiveId" clId="{947F5B59-D7EF-4CC8-90F1-70FEFD02A923}" dt="2025-04-05T12:36:31.264" v="6745" actId="1076"/>
          <ac:grpSpMkLst>
            <pc:docMk/>
            <pc:sldMk cId="3882491021" sldId="349"/>
            <ac:grpSpMk id="49" creationId="{BF0CC1DE-ED58-4ADA-912A-75CE4299F1AC}"/>
          </ac:grpSpMkLst>
        </pc:grpChg>
        <pc:picChg chg="mod">
          <ac:chgData name="Алексей Голубев" userId="3c8aa089e0d51831" providerId="LiveId" clId="{947F5B59-D7EF-4CC8-90F1-70FEFD02A923}" dt="2025-04-05T12:35:40.092" v="6701" actId="1076"/>
          <ac:picMkLst>
            <pc:docMk/>
            <pc:sldMk cId="3882491021" sldId="349"/>
            <ac:picMk id="3" creationId="{ABE4EB72-5A15-4DC0-BB7D-94F67AA81910}"/>
          </ac:picMkLst>
        </pc:picChg>
      </pc:sldChg>
      <pc:sldChg chg="addSp delSp modSp mod">
        <pc:chgData name="Алексей Голубев" userId="3c8aa089e0d51831" providerId="LiveId" clId="{947F5B59-D7EF-4CC8-90F1-70FEFD02A923}" dt="2025-04-05T12:15:23.681" v="6016" actId="14100"/>
        <pc:sldMkLst>
          <pc:docMk/>
          <pc:sldMk cId="829523912" sldId="350"/>
        </pc:sldMkLst>
        <pc:spChg chg="add mod">
          <ac:chgData name="Алексей Голубев" userId="3c8aa089e0d51831" providerId="LiveId" clId="{947F5B59-D7EF-4CC8-90F1-70FEFD02A923}" dt="2025-04-05T12:14:09.952" v="5923" actId="1076"/>
          <ac:spMkLst>
            <pc:docMk/>
            <pc:sldMk cId="829523912" sldId="350"/>
            <ac:spMk id="51" creationId="{0B8B792D-0441-4B2C-8446-8433C3E0CCE3}"/>
          </ac:spMkLst>
        </pc:spChg>
        <pc:spChg chg="add del mod">
          <ac:chgData name="Алексей Голубев" userId="3c8aa089e0d51831" providerId="LiveId" clId="{947F5B59-D7EF-4CC8-90F1-70FEFD02A923}" dt="2025-04-05T12:12:20.738" v="5831"/>
          <ac:spMkLst>
            <pc:docMk/>
            <pc:sldMk cId="829523912" sldId="350"/>
            <ac:spMk id="52" creationId="{B9B0B7DE-3ADF-4F99-8B9C-4D1559007493}"/>
          </ac:spMkLst>
        </pc:spChg>
        <pc:spChg chg="mod">
          <ac:chgData name="Алексей Голубев" userId="3c8aa089e0d51831" providerId="LiveId" clId="{947F5B59-D7EF-4CC8-90F1-70FEFD02A923}" dt="2025-04-05T12:12:31.131" v="5832"/>
          <ac:spMkLst>
            <pc:docMk/>
            <pc:sldMk cId="829523912" sldId="350"/>
            <ac:spMk id="54" creationId="{0CAB4260-C998-4D8B-8DEA-E5BE98657C2F}"/>
          </ac:spMkLst>
        </pc:spChg>
        <pc:spChg chg="mod">
          <ac:chgData name="Алексей Голубев" userId="3c8aa089e0d51831" providerId="LiveId" clId="{947F5B59-D7EF-4CC8-90F1-70FEFD02A923}" dt="2025-04-05T12:12:58.424" v="5907" actId="20577"/>
          <ac:spMkLst>
            <pc:docMk/>
            <pc:sldMk cId="829523912" sldId="350"/>
            <ac:spMk id="55" creationId="{DE95DB28-D44A-424F-8951-88A8884CB28A}"/>
          </ac:spMkLst>
        </pc:spChg>
        <pc:spChg chg="mod">
          <ac:chgData name="Алексей Голубев" userId="3c8aa089e0d51831" providerId="LiveId" clId="{947F5B59-D7EF-4CC8-90F1-70FEFD02A923}" dt="2025-04-05T12:13:47.608" v="5918"/>
          <ac:spMkLst>
            <pc:docMk/>
            <pc:sldMk cId="829523912" sldId="350"/>
            <ac:spMk id="61" creationId="{BAE93E9E-00A5-4C38-A6A0-3E30D23C7BEE}"/>
          </ac:spMkLst>
        </pc:spChg>
        <pc:spChg chg="mod">
          <ac:chgData name="Алексей Голубев" userId="3c8aa089e0d51831" providerId="LiveId" clId="{947F5B59-D7EF-4CC8-90F1-70FEFD02A923}" dt="2025-04-05T12:14:42.960" v="5971" actId="20577"/>
          <ac:spMkLst>
            <pc:docMk/>
            <pc:sldMk cId="829523912" sldId="350"/>
            <ac:spMk id="62" creationId="{CF9476F8-87CB-45D0-BA54-52F0DBA8EA07}"/>
          </ac:spMkLst>
        </pc:spChg>
        <pc:spChg chg="mod">
          <ac:chgData name="Алексей Голубев" userId="3c8aa089e0d51831" providerId="LiveId" clId="{947F5B59-D7EF-4CC8-90F1-70FEFD02A923}" dt="2025-04-05T12:15:05.039" v="5977" actId="1076"/>
          <ac:spMkLst>
            <pc:docMk/>
            <pc:sldMk cId="829523912" sldId="350"/>
            <ac:spMk id="68" creationId="{9AEFA9D4-CAE4-4261-814D-BB98BFDEC783}"/>
          </ac:spMkLst>
        </pc:spChg>
        <pc:spChg chg="mod">
          <ac:chgData name="Алексей Голубев" userId="3c8aa089e0d51831" providerId="LiveId" clId="{947F5B59-D7EF-4CC8-90F1-70FEFD02A923}" dt="2025-04-05T12:15:20.628" v="6015" actId="20577"/>
          <ac:spMkLst>
            <pc:docMk/>
            <pc:sldMk cId="829523912" sldId="350"/>
            <ac:spMk id="69" creationId="{0960A977-F2DA-4E75-B280-75B6F67E870E}"/>
          </ac:spMkLst>
        </pc:spChg>
        <pc:spChg chg="mod">
          <ac:chgData name="Алексей Голубев" userId="3c8aa089e0d51831" providerId="LiveId" clId="{947F5B59-D7EF-4CC8-90F1-70FEFD02A923}" dt="2025-04-05T12:14:13.615" v="5925" actId="1076"/>
          <ac:spMkLst>
            <pc:docMk/>
            <pc:sldMk cId="829523912" sldId="350"/>
            <ac:spMk id="697" creationId="{00000000-0000-0000-0000-000000000000}"/>
          </ac:spMkLst>
        </pc:spChg>
        <pc:grpChg chg="add mod">
          <ac:chgData name="Алексей Голубев" userId="3c8aa089e0d51831" providerId="LiveId" clId="{947F5B59-D7EF-4CC8-90F1-70FEFD02A923}" dt="2025-04-05T12:14:21.706" v="5926" actId="1076"/>
          <ac:grpSpMkLst>
            <pc:docMk/>
            <pc:sldMk cId="829523912" sldId="350"/>
            <ac:grpSpMk id="53" creationId="{D36F1F34-ED43-43AA-A79D-EFBDAC689217}"/>
          </ac:grpSpMkLst>
        </pc:grpChg>
        <pc:grpChg chg="add mod">
          <ac:chgData name="Алексей Голубев" userId="3c8aa089e0d51831" providerId="LiveId" clId="{947F5B59-D7EF-4CC8-90F1-70FEFD02A923}" dt="2025-04-05T12:14:24.821" v="5927" actId="1076"/>
          <ac:grpSpMkLst>
            <pc:docMk/>
            <pc:sldMk cId="829523912" sldId="350"/>
            <ac:grpSpMk id="60" creationId="{9F25ADE2-0373-464F-93EB-DB5D4405F688}"/>
          </ac:grpSpMkLst>
        </pc:grpChg>
        <pc:grpChg chg="add mod">
          <ac:chgData name="Алексей Голубев" userId="3c8aa089e0d51831" providerId="LiveId" clId="{947F5B59-D7EF-4CC8-90F1-70FEFD02A923}" dt="2025-04-05T12:15:23.681" v="6016" actId="14100"/>
          <ac:grpSpMkLst>
            <pc:docMk/>
            <pc:sldMk cId="829523912" sldId="350"/>
            <ac:grpSpMk id="67" creationId="{68478767-DCE0-4CF3-B22E-1B01D1A1B456}"/>
          </ac:grpSpMkLst>
        </pc:grpChg>
        <pc:picChg chg="mod">
          <ac:chgData name="Алексей Голубев" userId="3c8aa089e0d51831" providerId="LiveId" clId="{947F5B59-D7EF-4CC8-90F1-70FEFD02A923}" dt="2025-04-05T12:14:06.350" v="5922" actId="1076"/>
          <ac:picMkLst>
            <pc:docMk/>
            <pc:sldMk cId="829523912" sldId="350"/>
            <ac:picMk id="5" creationId="{6F696DD7-3A50-4F4C-A936-2670D0F89041}"/>
          </ac:picMkLst>
        </pc:picChg>
        <pc:picChg chg="mod">
          <ac:chgData name="Алексей Голубев" userId="3c8aa089e0d51831" providerId="LiveId" clId="{947F5B59-D7EF-4CC8-90F1-70FEFD02A923}" dt="2025-04-05T12:13:58.783" v="5920" actId="1076"/>
          <ac:picMkLst>
            <pc:docMk/>
            <pc:sldMk cId="829523912" sldId="350"/>
            <ac:picMk id="7" creationId="{8E47424B-4B51-4A13-AE6D-E28E6FDBE8BC}"/>
          </ac:picMkLst>
        </pc:picChg>
        <pc:picChg chg="mod">
          <ac:chgData name="Алексей Голубев" userId="3c8aa089e0d51831" providerId="LiveId" clId="{947F5B59-D7EF-4CC8-90F1-70FEFD02A923}" dt="2025-04-05T12:14:04.218" v="5921" actId="1076"/>
          <ac:picMkLst>
            <pc:docMk/>
            <pc:sldMk cId="829523912" sldId="350"/>
            <ac:picMk id="9" creationId="{6A77C5DA-D3B6-4E01-950B-A724F6B36454}"/>
          </ac:picMkLst>
        </pc:picChg>
        <pc:cxnChg chg="add mod">
          <ac:chgData name="Алексей Голубев" userId="3c8aa089e0d51831" providerId="LiveId" clId="{947F5B59-D7EF-4CC8-90F1-70FEFD02A923}" dt="2025-04-05T12:14:06.350" v="5922" actId="1076"/>
          <ac:cxnSpMkLst>
            <pc:docMk/>
            <pc:sldMk cId="829523912" sldId="350"/>
            <ac:cxnSpMk id="3" creationId="{705372D3-8748-4E66-B474-C7A617508DD4}"/>
          </ac:cxnSpMkLst>
        </pc:cxnChg>
        <pc:cxnChg chg="add mod">
          <ac:chgData name="Алексей Голубев" userId="3c8aa089e0d51831" providerId="LiveId" clId="{947F5B59-D7EF-4CC8-90F1-70FEFD02A923}" dt="2025-04-05T12:14:04.218" v="5921" actId="1076"/>
          <ac:cxnSpMkLst>
            <pc:docMk/>
            <pc:sldMk cId="829523912" sldId="350"/>
            <ac:cxnSpMk id="6" creationId="{BF62BC43-2EC5-4446-8ECA-747E6E201F66}"/>
          </ac:cxnSpMkLst>
        </pc:cxnChg>
      </pc:sldChg>
      <pc:sldChg chg="addSp delSp modSp mod">
        <pc:chgData name="Алексей Голубев" userId="3c8aa089e0d51831" providerId="LiveId" clId="{947F5B59-D7EF-4CC8-90F1-70FEFD02A923}" dt="2025-04-05T12:16:53.167" v="6181" actId="20577"/>
        <pc:sldMkLst>
          <pc:docMk/>
          <pc:sldMk cId="3395548178" sldId="351"/>
        </pc:sldMkLst>
        <pc:spChg chg="add mod">
          <ac:chgData name="Алексей Голубев" userId="3c8aa089e0d51831" providerId="LiveId" clId="{947F5B59-D7EF-4CC8-90F1-70FEFD02A923}" dt="2025-04-05T10:47:03.336" v="5806" actId="1076"/>
          <ac:spMkLst>
            <pc:docMk/>
            <pc:sldMk cId="3395548178" sldId="351"/>
            <ac:spMk id="60" creationId="{80F0A342-F988-471D-9F21-41AD31557413}"/>
          </ac:spMkLst>
        </pc:spChg>
        <pc:spChg chg="add mod">
          <ac:chgData name="Алексей Голубев" userId="3c8aa089e0d51831" providerId="LiveId" clId="{947F5B59-D7EF-4CC8-90F1-70FEFD02A923}" dt="2025-04-05T10:47:26.391" v="5810" actId="1076"/>
          <ac:spMkLst>
            <pc:docMk/>
            <pc:sldMk cId="3395548178" sldId="351"/>
            <ac:spMk id="61" creationId="{EFC874F3-8DFE-4074-B1A3-8B045AA441C2}"/>
          </ac:spMkLst>
        </pc:spChg>
        <pc:spChg chg="mod">
          <ac:chgData name="Алексей Голубев" userId="3c8aa089e0d51831" providerId="LiveId" clId="{947F5B59-D7EF-4CC8-90F1-70FEFD02A923}" dt="2025-04-05T12:15:42.357" v="6017"/>
          <ac:spMkLst>
            <pc:docMk/>
            <pc:sldMk cId="3395548178" sldId="351"/>
            <ac:spMk id="63" creationId="{4B26F507-C95A-459F-84F6-11920FAF9EAA}"/>
          </ac:spMkLst>
        </pc:spChg>
        <pc:spChg chg="mod">
          <ac:chgData name="Алексей Голубев" userId="3c8aa089e0d51831" providerId="LiveId" clId="{947F5B59-D7EF-4CC8-90F1-70FEFD02A923}" dt="2025-04-05T12:16:53.167" v="6181" actId="20577"/>
          <ac:spMkLst>
            <pc:docMk/>
            <pc:sldMk cId="3395548178" sldId="351"/>
            <ac:spMk id="64" creationId="{D1F0044C-CB53-4D64-8A57-DA19E2E3DE3A}"/>
          </ac:spMkLst>
        </pc:spChg>
        <pc:grpChg chg="add mod">
          <ac:chgData name="Алексей Голубев" userId="3c8aa089e0d51831" providerId="LiveId" clId="{947F5B59-D7EF-4CC8-90F1-70FEFD02A923}" dt="2025-04-05T12:15:57.255" v="6019" actId="14100"/>
          <ac:grpSpMkLst>
            <pc:docMk/>
            <pc:sldMk cId="3395548178" sldId="351"/>
            <ac:grpSpMk id="62" creationId="{E562FEB6-79C1-4D21-8EF3-0CB79D67F1B0}"/>
          </ac:grpSpMkLst>
        </pc:grpChg>
        <pc:picChg chg="mod">
          <ac:chgData name="Алексей Голубев" userId="3c8aa089e0d51831" providerId="LiveId" clId="{947F5B59-D7EF-4CC8-90F1-70FEFD02A923}" dt="2025-04-05T10:45:27.615" v="5790" actId="11530"/>
          <ac:picMkLst>
            <pc:docMk/>
            <pc:sldMk cId="3395548178" sldId="351"/>
            <ac:picMk id="3" creationId="{E9256E7D-E8D2-4F5B-BC75-6D18B59ABEDE}"/>
          </ac:picMkLst>
        </pc:picChg>
        <pc:picChg chg="add mod">
          <ac:chgData name="Алексей Голубев" userId="3c8aa089e0d51831" providerId="LiveId" clId="{947F5B59-D7EF-4CC8-90F1-70FEFD02A923}" dt="2025-04-05T10:45:24.479" v="5789" actId="11530"/>
          <ac:picMkLst>
            <pc:docMk/>
            <pc:sldMk cId="3395548178" sldId="351"/>
            <ac:picMk id="4" creationId="{3D5C470B-1ED0-40CF-AA7F-0D98270C3C86}"/>
          </ac:picMkLst>
        </pc:picChg>
        <pc:picChg chg="del">
          <ac:chgData name="Алексей Голубев" userId="3c8aa089e0d51831" providerId="LiveId" clId="{947F5B59-D7EF-4CC8-90F1-70FEFD02A923}" dt="2025-04-05T10:45:10.334" v="5782" actId="478"/>
          <ac:picMkLst>
            <pc:docMk/>
            <pc:sldMk cId="3395548178" sldId="351"/>
            <ac:picMk id="5" creationId="{5EC9715D-E51C-4CD8-BA05-D38697E2F8A3}"/>
          </ac:picMkLst>
        </pc:picChg>
        <pc:cxnChg chg="add del mod">
          <ac:chgData name="Алексей Голубев" userId="3c8aa089e0d51831" providerId="LiveId" clId="{947F5B59-D7EF-4CC8-90F1-70FEFD02A923}" dt="2025-04-05T10:45:45.809" v="5792" actId="478"/>
          <ac:cxnSpMkLst>
            <pc:docMk/>
            <pc:sldMk cId="3395548178" sldId="351"/>
            <ac:cxnSpMk id="7" creationId="{2D361C66-646C-439D-B79B-195093A12235}"/>
          </ac:cxnSpMkLst>
        </pc:cxnChg>
        <pc:cxnChg chg="add mod">
          <ac:chgData name="Алексей Голубев" userId="3c8aa089e0d51831" providerId="LiveId" clId="{947F5B59-D7EF-4CC8-90F1-70FEFD02A923}" dt="2025-04-05T10:46:20.417" v="5800" actId="1582"/>
          <ac:cxnSpMkLst>
            <pc:docMk/>
            <pc:sldMk cId="3395548178" sldId="351"/>
            <ac:cxnSpMk id="9" creationId="{7DF8D663-25D4-4B56-97E1-B16804E759A6}"/>
          </ac:cxnSpMkLst>
        </pc:cxnChg>
      </pc:sldChg>
      <pc:sldChg chg="addSp delSp modSp mod">
        <pc:chgData name="Алексей Голубев" userId="3c8aa089e0d51831" providerId="LiveId" clId="{947F5B59-D7EF-4CC8-90F1-70FEFD02A923}" dt="2025-04-05T12:28:21.277" v="6427" actId="14100"/>
        <pc:sldMkLst>
          <pc:docMk/>
          <pc:sldMk cId="199183462" sldId="352"/>
        </pc:sldMkLst>
        <pc:spChg chg="add del mod">
          <ac:chgData name="Алексей Голубев" userId="3c8aa089e0d51831" providerId="LiveId" clId="{947F5B59-D7EF-4CC8-90F1-70FEFD02A923}" dt="2025-04-05T10:48:02.332" v="5812"/>
          <ac:spMkLst>
            <pc:docMk/>
            <pc:sldMk cId="199183462" sldId="352"/>
            <ac:spMk id="50" creationId="{6ACD575F-53C4-46F7-90A6-2435C30D3ABC}"/>
          </ac:spMkLst>
        </pc:spChg>
        <pc:spChg chg="mod">
          <ac:chgData name="Алексей Голубев" userId="3c8aa089e0d51831" providerId="LiveId" clId="{947F5B59-D7EF-4CC8-90F1-70FEFD02A923}" dt="2025-04-05T12:19:37.968" v="6186"/>
          <ac:spMkLst>
            <pc:docMk/>
            <pc:sldMk cId="199183462" sldId="352"/>
            <ac:spMk id="52" creationId="{0A3B79C8-0BB1-4D90-8EE2-B22619B624A5}"/>
          </ac:spMkLst>
        </pc:spChg>
        <pc:spChg chg="mod">
          <ac:chgData name="Алексей Голубев" userId="3c8aa089e0d51831" providerId="LiveId" clId="{947F5B59-D7EF-4CC8-90F1-70FEFD02A923}" dt="2025-04-05T12:28:15.734" v="6426" actId="20577"/>
          <ac:spMkLst>
            <pc:docMk/>
            <pc:sldMk cId="199183462" sldId="352"/>
            <ac:spMk id="53" creationId="{4EA13620-143D-4490-AB02-FA78C32E8848}"/>
          </ac:spMkLst>
        </pc:spChg>
        <pc:spChg chg="add mod">
          <ac:chgData name="Алексей Голубев" userId="3c8aa089e0d51831" providerId="LiveId" clId="{947F5B59-D7EF-4CC8-90F1-70FEFD02A923}" dt="2025-04-05T12:26:59.539" v="6310" actId="1076"/>
          <ac:spMkLst>
            <pc:docMk/>
            <pc:sldMk cId="199183462" sldId="352"/>
            <ac:spMk id="54" creationId="{220DB8C9-B87A-4A17-A3B8-B7E276EE6C6B}"/>
          </ac:spMkLst>
        </pc:spChg>
        <pc:grpChg chg="add mod">
          <ac:chgData name="Алексей Голубев" userId="3c8aa089e0d51831" providerId="LiveId" clId="{947F5B59-D7EF-4CC8-90F1-70FEFD02A923}" dt="2025-04-05T12:28:21.277" v="6427" actId="14100"/>
          <ac:grpSpMkLst>
            <pc:docMk/>
            <pc:sldMk cId="199183462" sldId="352"/>
            <ac:grpSpMk id="51" creationId="{23C82FB5-C93B-4D83-B1F9-389D77F97B43}"/>
          </ac:grpSpMkLst>
        </pc:grpChg>
        <pc:picChg chg="mod">
          <ac:chgData name="Алексей Голубев" userId="3c8aa089e0d51831" providerId="LiveId" clId="{947F5B59-D7EF-4CC8-90F1-70FEFD02A923}" dt="2025-04-05T12:17:23.503" v="6185" actId="11530"/>
          <ac:picMkLst>
            <pc:docMk/>
            <pc:sldMk cId="199183462" sldId="352"/>
            <ac:picMk id="3" creationId="{3B59BBFD-7D49-4625-B822-F3032D9C7F1C}"/>
          </ac:picMkLst>
        </pc:picChg>
        <pc:picChg chg="mod">
          <ac:chgData name="Алексей Голубев" userId="3c8aa089e0d51831" providerId="LiveId" clId="{947F5B59-D7EF-4CC8-90F1-70FEFD02A923}" dt="2025-04-05T12:17:19.215" v="6184" actId="11530"/>
          <ac:picMkLst>
            <pc:docMk/>
            <pc:sldMk cId="199183462" sldId="352"/>
            <ac:picMk id="5" creationId="{20F719CA-CC1F-454E-AFC7-11C2C7CC8093}"/>
          </ac:picMkLst>
        </pc:picChg>
      </pc:sldChg>
      <pc:sldChg chg="addSp modSp mod">
        <pc:chgData name="Алексей Голубев" userId="3c8aa089e0d51831" providerId="LiveId" clId="{947F5B59-D7EF-4CC8-90F1-70FEFD02A923}" dt="2025-04-05T12:33:17.072" v="6583" actId="14100"/>
        <pc:sldMkLst>
          <pc:docMk/>
          <pc:sldMk cId="488220266" sldId="353"/>
        </pc:sldMkLst>
        <pc:spChg chg="mod">
          <ac:chgData name="Алексей Голубев" userId="3c8aa089e0d51831" providerId="LiveId" clId="{947F5B59-D7EF-4CC8-90F1-70FEFD02A923}" dt="2025-04-05T12:30:12.016" v="6432"/>
          <ac:spMkLst>
            <pc:docMk/>
            <pc:sldMk cId="488220266" sldId="353"/>
            <ac:spMk id="51" creationId="{6AC7FEC0-4814-4583-A5C1-9D4A584CBCB8}"/>
          </ac:spMkLst>
        </pc:spChg>
        <pc:spChg chg="mod">
          <ac:chgData name="Алексей Голубев" userId="3c8aa089e0d51831" providerId="LiveId" clId="{947F5B59-D7EF-4CC8-90F1-70FEFD02A923}" dt="2025-04-05T12:32:28.536" v="6495" actId="20577"/>
          <ac:spMkLst>
            <pc:docMk/>
            <pc:sldMk cId="488220266" sldId="353"/>
            <ac:spMk id="52" creationId="{AC29785B-37E9-40E2-9134-E7DA061F98B7}"/>
          </ac:spMkLst>
        </pc:spChg>
        <pc:spChg chg="mod">
          <ac:chgData name="Алексей Голубев" userId="3c8aa089e0d51831" providerId="LiveId" clId="{947F5B59-D7EF-4CC8-90F1-70FEFD02A923}" dt="2025-04-05T12:32:31.866" v="6496"/>
          <ac:spMkLst>
            <pc:docMk/>
            <pc:sldMk cId="488220266" sldId="353"/>
            <ac:spMk id="54" creationId="{79354418-E055-4CF5-B26D-46F39E193AFE}"/>
          </ac:spMkLst>
        </pc:spChg>
        <pc:spChg chg="mod">
          <ac:chgData name="Алексей Голубев" userId="3c8aa089e0d51831" providerId="LiveId" clId="{947F5B59-D7EF-4CC8-90F1-70FEFD02A923}" dt="2025-04-05T12:33:12.638" v="6582" actId="20577"/>
          <ac:spMkLst>
            <pc:docMk/>
            <pc:sldMk cId="488220266" sldId="353"/>
            <ac:spMk id="55" creationId="{44C77D9B-052F-427E-A69D-B8E712D450EE}"/>
          </ac:spMkLst>
        </pc:spChg>
        <pc:grpChg chg="add mod">
          <ac:chgData name="Алексей Голубев" userId="3c8aa089e0d51831" providerId="LiveId" clId="{947F5B59-D7EF-4CC8-90F1-70FEFD02A923}" dt="2025-04-05T12:32:47.033" v="6499" actId="1076"/>
          <ac:grpSpMkLst>
            <pc:docMk/>
            <pc:sldMk cId="488220266" sldId="353"/>
            <ac:grpSpMk id="50" creationId="{38E3C87B-0EF4-4C5F-BE4A-C6BD97458B0F}"/>
          </ac:grpSpMkLst>
        </pc:grpChg>
        <pc:grpChg chg="add mod">
          <ac:chgData name="Алексей Голубев" userId="3c8aa089e0d51831" providerId="LiveId" clId="{947F5B59-D7EF-4CC8-90F1-70FEFD02A923}" dt="2025-04-05T12:33:17.072" v="6583" actId="14100"/>
          <ac:grpSpMkLst>
            <pc:docMk/>
            <pc:sldMk cId="488220266" sldId="353"/>
            <ac:grpSpMk id="53" creationId="{358FD48C-E02A-4138-B733-B6BF04F230E5}"/>
          </ac:grpSpMkLst>
        </pc:grpChg>
        <pc:picChg chg="mod">
          <ac:chgData name="Алексей Голубев" userId="3c8aa089e0d51831" providerId="LiveId" clId="{947F5B59-D7EF-4CC8-90F1-70FEFD02A923}" dt="2025-04-05T12:32:40.705" v="6498" actId="1076"/>
          <ac:picMkLst>
            <pc:docMk/>
            <pc:sldMk cId="488220266" sldId="353"/>
            <ac:picMk id="3" creationId="{C17504DA-3E4B-470E-8B9F-7EBC8021C587}"/>
          </ac:picMkLst>
        </pc:picChg>
        <pc:picChg chg="mod">
          <ac:chgData name="Алексей Голубев" userId="3c8aa089e0d51831" providerId="LiveId" clId="{947F5B59-D7EF-4CC8-90F1-70FEFD02A923}" dt="2025-04-05T12:32:51.597" v="6500" actId="1076"/>
          <ac:picMkLst>
            <pc:docMk/>
            <pc:sldMk cId="488220266" sldId="353"/>
            <ac:picMk id="5" creationId="{249FAD8C-8C7C-420C-9F1C-EBAAF39282EE}"/>
          </ac:picMkLst>
        </pc:picChg>
      </pc:sldChg>
      <pc:sldChg chg="addSp modSp mod">
        <pc:chgData name="Алексей Голубев" userId="3c8aa089e0d51831" providerId="LiveId" clId="{947F5B59-D7EF-4CC8-90F1-70FEFD02A923}" dt="2025-04-05T12:44:35.925" v="6910" actId="20577"/>
        <pc:sldMkLst>
          <pc:docMk/>
          <pc:sldMk cId="2794362475" sldId="354"/>
        </pc:sldMkLst>
        <pc:spChg chg="mod">
          <ac:chgData name="Алексей Голубев" userId="3c8aa089e0d51831" providerId="LiveId" clId="{947F5B59-D7EF-4CC8-90F1-70FEFD02A923}" dt="2025-04-05T12:43:08.831" v="6829"/>
          <ac:spMkLst>
            <pc:docMk/>
            <pc:sldMk cId="2794362475" sldId="354"/>
            <ac:spMk id="55" creationId="{0F1AAD9F-91F2-49B9-BA49-E32E23598240}"/>
          </ac:spMkLst>
        </pc:spChg>
        <pc:spChg chg="mod">
          <ac:chgData name="Алексей Голубев" userId="3c8aa089e0d51831" providerId="LiveId" clId="{947F5B59-D7EF-4CC8-90F1-70FEFD02A923}" dt="2025-04-05T12:43:33.130" v="6867" actId="20577"/>
          <ac:spMkLst>
            <pc:docMk/>
            <pc:sldMk cId="2794362475" sldId="354"/>
            <ac:spMk id="56" creationId="{595B6EB8-3611-487B-92D8-C631A8512A85}"/>
          </ac:spMkLst>
        </pc:spChg>
        <pc:spChg chg="mod">
          <ac:chgData name="Алексей Голубев" userId="3c8aa089e0d51831" providerId="LiveId" clId="{947F5B59-D7EF-4CC8-90F1-70FEFD02A923}" dt="2025-04-05T12:43:45.112" v="6869"/>
          <ac:spMkLst>
            <pc:docMk/>
            <pc:sldMk cId="2794362475" sldId="354"/>
            <ac:spMk id="58" creationId="{8E487C4F-AD8D-462B-990C-BC69A60E6743}"/>
          </ac:spMkLst>
        </pc:spChg>
        <pc:spChg chg="mod">
          <ac:chgData name="Алексей Голубев" userId="3c8aa089e0d51831" providerId="LiveId" clId="{947F5B59-D7EF-4CC8-90F1-70FEFD02A923}" dt="2025-04-05T12:43:59.771" v="6897" actId="20577"/>
          <ac:spMkLst>
            <pc:docMk/>
            <pc:sldMk cId="2794362475" sldId="354"/>
            <ac:spMk id="59" creationId="{D0FDD0AC-AC5A-4AA8-BA05-B6EAF8423EC7}"/>
          </ac:spMkLst>
        </pc:spChg>
        <pc:spChg chg="add mod">
          <ac:chgData name="Алексей Голубев" userId="3c8aa089e0d51831" providerId="LiveId" clId="{947F5B59-D7EF-4CC8-90F1-70FEFD02A923}" dt="2025-04-05T12:44:35.925" v="6910" actId="20577"/>
          <ac:spMkLst>
            <pc:docMk/>
            <pc:sldMk cId="2794362475" sldId="354"/>
            <ac:spMk id="61" creationId="{68D7FB9E-58EB-44F8-AC4B-E0E08103A30D}"/>
          </ac:spMkLst>
        </pc:spChg>
        <pc:grpChg chg="add mod">
          <ac:chgData name="Алексей Голубев" userId="3c8aa089e0d51831" providerId="LiveId" clId="{947F5B59-D7EF-4CC8-90F1-70FEFD02A923}" dt="2025-04-05T12:43:38.968" v="6868" actId="14100"/>
          <ac:grpSpMkLst>
            <pc:docMk/>
            <pc:sldMk cId="2794362475" sldId="354"/>
            <ac:grpSpMk id="54" creationId="{E3E2DC08-3AFE-40B7-98C8-BC2C17B8CC1D}"/>
          </ac:grpSpMkLst>
        </pc:grpChg>
        <pc:grpChg chg="add mod">
          <ac:chgData name="Алексей Голубев" userId="3c8aa089e0d51831" providerId="LiveId" clId="{947F5B59-D7EF-4CC8-90F1-70FEFD02A923}" dt="2025-04-05T12:44:07.736" v="6899" actId="1076"/>
          <ac:grpSpMkLst>
            <pc:docMk/>
            <pc:sldMk cId="2794362475" sldId="354"/>
            <ac:grpSpMk id="57" creationId="{E3EFED67-D56A-4EFC-8E9E-9A713B4ADD17}"/>
          </ac:grpSpMkLst>
        </pc:grpChg>
        <pc:picChg chg="mod">
          <ac:chgData name="Алексей Голубев" userId="3c8aa089e0d51831" providerId="LiveId" clId="{947F5B59-D7EF-4CC8-90F1-70FEFD02A923}" dt="2025-04-05T12:42:01.209" v="6821" actId="11530"/>
          <ac:picMkLst>
            <pc:docMk/>
            <pc:sldMk cId="2794362475" sldId="354"/>
            <ac:picMk id="3" creationId="{BDB37D82-81A0-4255-A62D-E6772CF31678}"/>
          </ac:picMkLst>
        </pc:picChg>
        <pc:picChg chg="mod">
          <ac:chgData name="Алексей Голубев" userId="3c8aa089e0d51831" providerId="LiveId" clId="{947F5B59-D7EF-4CC8-90F1-70FEFD02A923}" dt="2025-04-05T12:42:03.969" v="6822" actId="11530"/>
          <ac:picMkLst>
            <pc:docMk/>
            <pc:sldMk cId="2794362475" sldId="354"/>
            <ac:picMk id="5" creationId="{63ED2E4C-AF64-4E18-A609-9D9A259DDA51}"/>
          </ac:picMkLst>
        </pc:picChg>
        <pc:picChg chg="mod">
          <ac:chgData name="Алексей Голубев" userId="3c8aa089e0d51831" providerId="LiveId" clId="{947F5B59-D7EF-4CC8-90F1-70FEFD02A923}" dt="2025-04-05T12:44:11.753" v="6900" actId="14100"/>
          <ac:picMkLst>
            <pc:docMk/>
            <pc:sldMk cId="2794362475" sldId="354"/>
            <ac:picMk id="7" creationId="{0BC29051-7A74-428F-9930-7013F4F39916}"/>
          </ac:picMkLst>
        </pc:picChg>
        <pc:cxnChg chg="add mod">
          <ac:chgData name="Алексей Голубев" userId="3c8aa089e0d51831" providerId="LiveId" clId="{947F5B59-D7EF-4CC8-90F1-70FEFD02A923}" dt="2025-04-05T12:44:11.753" v="6900" actId="14100"/>
          <ac:cxnSpMkLst>
            <pc:docMk/>
            <pc:sldMk cId="2794362475" sldId="354"/>
            <ac:cxnSpMk id="4" creationId="{44383C85-A330-471A-B3CA-DB709BDDACAA}"/>
          </ac:cxnSpMkLst>
        </pc:cxnChg>
      </pc:sldChg>
      <pc:sldChg chg="addSp modSp mod">
        <pc:chgData name="Алексей Голубев" userId="3c8aa089e0d51831" providerId="LiveId" clId="{947F5B59-D7EF-4CC8-90F1-70FEFD02A923}" dt="2025-04-05T12:48:58.317" v="7120" actId="1076"/>
        <pc:sldMkLst>
          <pc:docMk/>
          <pc:sldMk cId="2718664084" sldId="355"/>
        </pc:sldMkLst>
        <pc:spChg chg="mod">
          <ac:chgData name="Алексей Голубев" userId="3c8aa089e0d51831" providerId="LiveId" clId="{947F5B59-D7EF-4CC8-90F1-70FEFD02A923}" dt="2025-04-05T12:45:43.638" v="6923"/>
          <ac:spMkLst>
            <pc:docMk/>
            <pc:sldMk cId="2718664084" sldId="355"/>
            <ac:spMk id="56" creationId="{2B9FC1CE-865A-422D-BE0B-24B39C51EC31}"/>
          </ac:spMkLst>
        </pc:spChg>
        <pc:spChg chg="mod">
          <ac:chgData name="Алексей Голубев" userId="3c8aa089e0d51831" providerId="LiveId" clId="{947F5B59-D7EF-4CC8-90F1-70FEFD02A923}" dt="2025-04-05T12:46:43.959" v="7029" actId="14100"/>
          <ac:spMkLst>
            <pc:docMk/>
            <pc:sldMk cId="2718664084" sldId="355"/>
            <ac:spMk id="57" creationId="{24E5720B-6E2D-4A55-A290-0EDA78703060}"/>
          </ac:spMkLst>
        </pc:spChg>
        <pc:spChg chg="mod">
          <ac:chgData name="Алексей Голубев" userId="3c8aa089e0d51831" providerId="LiveId" clId="{947F5B59-D7EF-4CC8-90F1-70FEFD02A923}" dt="2025-04-05T12:46:57.062" v="7031"/>
          <ac:spMkLst>
            <pc:docMk/>
            <pc:sldMk cId="2718664084" sldId="355"/>
            <ac:spMk id="59" creationId="{BE84486B-66E6-4036-9541-11301189702A}"/>
          </ac:spMkLst>
        </pc:spChg>
        <pc:spChg chg="mod">
          <ac:chgData name="Алексей Голубев" userId="3c8aa089e0d51831" providerId="LiveId" clId="{947F5B59-D7EF-4CC8-90F1-70FEFD02A923}" dt="2025-04-05T12:48:02.165" v="7116" actId="14100"/>
          <ac:spMkLst>
            <pc:docMk/>
            <pc:sldMk cId="2718664084" sldId="355"/>
            <ac:spMk id="60" creationId="{485B11C7-6552-4898-B1AC-3F4F943457C0}"/>
          </ac:spMkLst>
        </pc:spChg>
        <pc:grpChg chg="add mod">
          <ac:chgData name="Алексей Голубев" userId="3c8aa089e0d51831" providerId="LiveId" clId="{947F5B59-D7EF-4CC8-90F1-70FEFD02A923}" dt="2025-04-05T12:46:49.225" v="7030" actId="14100"/>
          <ac:grpSpMkLst>
            <pc:docMk/>
            <pc:sldMk cId="2718664084" sldId="355"/>
            <ac:grpSpMk id="55" creationId="{C0C767E6-73EF-4602-9B53-93F63E0C8A5B}"/>
          </ac:grpSpMkLst>
        </pc:grpChg>
        <pc:grpChg chg="add mod">
          <ac:chgData name="Алексей Голубев" userId="3c8aa089e0d51831" providerId="LiveId" clId="{947F5B59-D7EF-4CC8-90F1-70FEFD02A923}" dt="2025-04-05T12:48:11.412" v="7119" actId="14100"/>
          <ac:grpSpMkLst>
            <pc:docMk/>
            <pc:sldMk cId="2718664084" sldId="355"/>
            <ac:grpSpMk id="58" creationId="{AEB13679-F0A9-416D-A5E4-78EAF9268177}"/>
          </ac:grpSpMkLst>
        </pc:grpChg>
        <pc:picChg chg="mod">
          <ac:chgData name="Алексей Голубев" userId="3c8aa089e0d51831" providerId="LiveId" clId="{947F5B59-D7EF-4CC8-90F1-70FEFD02A923}" dt="2025-04-05T12:44:47.259" v="6911" actId="11530"/>
          <ac:picMkLst>
            <pc:docMk/>
            <pc:sldMk cId="2718664084" sldId="355"/>
            <ac:picMk id="3" creationId="{F7449049-4571-4299-A210-BF28AF3C612C}"/>
          </ac:picMkLst>
        </pc:picChg>
        <pc:picChg chg="mod">
          <ac:chgData name="Алексей Голубев" userId="3c8aa089e0d51831" providerId="LiveId" clId="{947F5B59-D7EF-4CC8-90F1-70FEFD02A923}" dt="2025-04-05T12:48:58.317" v="7120" actId="1076"/>
          <ac:picMkLst>
            <pc:docMk/>
            <pc:sldMk cId="2718664084" sldId="355"/>
            <ac:picMk id="5" creationId="{3B48CC7A-36ED-48D1-A1E7-AE6B08563B92}"/>
          </ac:picMkLst>
        </pc:picChg>
        <pc:picChg chg="mod">
          <ac:chgData name="Алексей Голубев" userId="3c8aa089e0d51831" providerId="LiveId" clId="{947F5B59-D7EF-4CC8-90F1-70FEFD02A923}" dt="2025-04-05T12:44:55.990" v="6914" actId="1076"/>
          <ac:picMkLst>
            <pc:docMk/>
            <pc:sldMk cId="2718664084" sldId="355"/>
            <ac:picMk id="7" creationId="{4EA7FC41-C845-4C64-84E0-2D0937E869F4}"/>
          </ac:picMkLst>
        </pc:picChg>
        <pc:cxnChg chg="add mod">
          <ac:chgData name="Алексей Голубев" userId="3c8aa089e0d51831" providerId="LiveId" clId="{947F5B59-D7EF-4CC8-90F1-70FEFD02A923}" dt="2025-04-05T12:48:58.317" v="7120" actId="1076"/>
          <ac:cxnSpMkLst>
            <pc:docMk/>
            <pc:sldMk cId="2718664084" sldId="355"/>
            <ac:cxnSpMk id="4" creationId="{86AE69A0-B891-40E0-9ACB-A9D6FF6C6758}"/>
          </ac:cxnSpMkLst>
        </pc:cxnChg>
        <pc:cxnChg chg="add mod">
          <ac:chgData name="Алексей Голубев" userId="3c8aa089e0d51831" providerId="LiveId" clId="{947F5B59-D7EF-4CC8-90F1-70FEFD02A923}" dt="2025-04-05T12:48:58.317" v="7120" actId="1076"/>
          <ac:cxnSpMkLst>
            <pc:docMk/>
            <pc:sldMk cId="2718664084" sldId="355"/>
            <ac:cxnSpMk id="8" creationId="{8F53D91F-9132-4214-8D7D-BDEC6DE4D243}"/>
          </ac:cxnSpMkLst>
        </pc:cxnChg>
      </pc:sldChg>
      <pc:sldChg chg="addSp modSp mod">
        <pc:chgData name="Алексей Голубев" userId="3c8aa089e0d51831" providerId="LiveId" clId="{947F5B59-D7EF-4CC8-90F1-70FEFD02A923}" dt="2025-04-05T12:54:01.558" v="7214" actId="1076"/>
        <pc:sldMkLst>
          <pc:docMk/>
          <pc:sldMk cId="3180331752" sldId="356"/>
        </pc:sldMkLst>
        <pc:spChg chg="mod">
          <ac:chgData name="Алексей Голубев" userId="3c8aa089e0d51831" providerId="LiveId" clId="{947F5B59-D7EF-4CC8-90F1-70FEFD02A923}" dt="2025-04-05T12:50:17.395" v="7126"/>
          <ac:spMkLst>
            <pc:docMk/>
            <pc:sldMk cId="3180331752" sldId="356"/>
            <ac:spMk id="51" creationId="{E4760B74-1A64-45FD-8FF2-ECCC46D248E6}"/>
          </ac:spMkLst>
        </pc:spChg>
        <pc:spChg chg="mod">
          <ac:chgData name="Алексей Голубев" userId="3c8aa089e0d51831" providerId="LiveId" clId="{947F5B59-D7EF-4CC8-90F1-70FEFD02A923}" dt="2025-04-05T12:53:00.070" v="7204" actId="20577"/>
          <ac:spMkLst>
            <pc:docMk/>
            <pc:sldMk cId="3180331752" sldId="356"/>
            <ac:spMk id="52" creationId="{08BD7FBF-5FE7-400F-B213-94CF7448487A}"/>
          </ac:spMkLst>
        </pc:spChg>
        <pc:spChg chg="add mod">
          <ac:chgData name="Алексей Голубев" userId="3c8aa089e0d51831" providerId="LiveId" clId="{947F5B59-D7EF-4CC8-90F1-70FEFD02A923}" dt="2025-04-05T12:53:34.982" v="7209" actId="1076"/>
          <ac:spMkLst>
            <pc:docMk/>
            <pc:sldMk cId="3180331752" sldId="356"/>
            <ac:spMk id="53" creationId="{1BB637E9-8536-4534-B206-981C55110209}"/>
          </ac:spMkLst>
        </pc:spChg>
        <pc:spChg chg="add mod">
          <ac:chgData name="Алексей Голубев" userId="3c8aa089e0d51831" providerId="LiveId" clId="{947F5B59-D7EF-4CC8-90F1-70FEFD02A923}" dt="2025-04-05T12:54:01.558" v="7214" actId="1076"/>
          <ac:spMkLst>
            <pc:docMk/>
            <pc:sldMk cId="3180331752" sldId="356"/>
            <ac:spMk id="54" creationId="{1A448318-12E0-41BA-8878-1C947A87B91D}"/>
          </ac:spMkLst>
        </pc:spChg>
        <pc:grpChg chg="add mod">
          <ac:chgData name="Алексей Голубев" userId="3c8aa089e0d51831" providerId="LiveId" clId="{947F5B59-D7EF-4CC8-90F1-70FEFD02A923}" dt="2025-04-05T12:53:09.652" v="7206" actId="1076"/>
          <ac:grpSpMkLst>
            <pc:docMk/>
            <pc:sldMk cId="3180331752" sldId="356"/>
            <ac:grpSpMk id="50" creationId="{72DC1847-9AB4-444E-BEF6-2FA7B71DE082}"/>
          </ac:grpSpMkLst>
        </pc:grpChg>
        <pc:picChg chg="mod">
          <ac:chgData name="Алексей Голубев" userId="3c8aa089e0d51831" providerId="LiveId" clId="{947F5B59-D7EF-4CC8-90F1-70FEFD02A923}" dt="2025-04-05T12:49:59.338" v="7122" actId="1076"/>
          <ac:picMkLst>
            <pc:docMk/>
            <pc:sldMk cId="3180331752" sldId="356"/>
            <ac:picMk id="3" creationId="{8855434D-4746-4A97-B28C-0DBF8F034AEE}"/>
          </ac:picMkLst>
        </pc:picChg>
        <pc:picChg chg="mod">
          <ac:chgData name="Алексей Голубев" userId="3c8aa089e0d51831" providerId="LiveId" clId="{947F5B59-D7EF-4CC8-90F1-70FEFD02A923}" dt="2025-04-05T12:50:26.375" v="7128" actId="1076"/>
          <ac:picMkLst>
            <pc:docMk/>
            <pc:sldMk cId="3180331752" sldId="356"/>
            <ac:picMk id="5" creationId="{D6D627A4-6B3E-4661-8BA9-E663F34C3532}"/>
          </ac:picMkLst>
        </pc:picChg>
      </pc:sldChg>
      <pc:sldChg chg="addSp modSp mod">
        <pc:chgData name="Алексей Голубев" userId="3c8aa089e0d51831" providerId="LiveId" clId="{947F5B59-D7EF-4CC8-90F1-70FEFD02A923}" dt="2025-04-05T12:58:32.703" v="7342" actId="1076"/>
        <pc:sldMkLst>
          <pc:docMk/>
          <pc:sldMk cId="382668830" sldId="357"/>
        </pc:sldMkLst>
        <pc:spChg chg="mod">
          <ac:chgData name="Алексей Голубев" userId="3c8aa089e0d51831" providerId="LiveId" clId="{947F5B59-D7EF-4CC8-90F1-70FEFD02A923}" dt="2025-04-05T12:55:58.319" v="7224"/>
          <ac:spMkLst>
            <pc:docMk/>
            <pc:sldMk cId="382668830" sldId="357"/>
            <ac:spMk id="52" creationId="{6CB211FB-4025-43C4-B855-C398FC7AF4F2}"/>
          </ac:spMkLst>
        </pc:spChg>
        <pc:spChg chg="mod">
          <ac:chgData name="Алексей Голубев" userId="3c8aa089e0d51831" providerId="LiveId" clId="{947F5B59-D7EF-4CC8-90F1-70FEFD02A923}" dt="2025-04-05T12:57:59.944" v="7336" actId="20577"/>
          <ac:spMkLst>
            <pc:docMk/>
            <pc:sldMk cId="382668830" sldId="357"/>
            <ac:spMk id="53" creationId="{41F14592-6E02-42BB-A1D7-9DC5F2D9C8FA}"/>
          </ac:spMkLst>
        </pc:spChg>
        <pc:spChg chg="add mod">
          <ac:chgData name="Алексей Голубев" userId="3c8aa089e0d51831" providerId="LiveId" clId="{947F5B59-D7EF-4CC8-90F1-70FEFD02A923}" dt="2025-04-05T12:58:20.318" v="7339" actId="1076"/>
          <ac:spMkLst>
            <pc:docMk/>
            <pc:sldMk cId="382668830" sldId="357"/>
            <ac:spMk id="54" creationId="{58857082-F612-4EA1-A1B6-2E73BE56AB58}"/>
          </ac:spMkLst>
        </pc:spChg>
        <pc:spChg chg="add mod">
          <ac:chgData name="Алексей Голубев" userId="3c8aa089e0d51831" providerId="LiveId" clId="{947F5B59-D7EF-4CC8-90F1-70FEFD02A923}" dt="2025-04-05T12:58:32.703" v="7342" actId="1076"/>
          <ac:spMkLst>
            <pc:docMk/>
            <pc:sldMk cId="382668830" sldId="357"/>
            <ac:spMk id="55" creationId="{8AF976B2-520E-430F-9F6D-3354E7A8E98E}"/>
          </ac:spMkLst>
        </pc:spChg>
        <pc:grpChg chg="add mod">
          <ac:chgData name="Алексей Голубев" userId="3c8aa089e0d51831" providerId="LiveId" clId="{947F5B59-D7EF-4CC8-90F1-70FEFD02A923}" dt="2025-04-05T12:56:03.763" v="7225" actId="1076"/>
          <ac:grpSpMkLst>
            <pc:docMk/>
            <pc:sldMk cId="382668830" sldId="357"/>
            <ac:grpSpMk id="51" creationId="{02C1AD98-A5DE-4B7B-AAB1-9F85EF12485B}"/>
          </ac:grpSpMkLst>
        </pc:grpChg>
        <pc:picChg chg="mod">
          <ac:chgData name="Алексей Голубев" userId="3c8aa089e0d51831" providerId="LiveId" clId="{947F5B59-D7EF-4CC8-90F1-70FEFD02A923}" dt="2025-04-05T12:54:32.866" v="7218" actId="1076"/>
          <ac:picMkLst>
            <pc:docMk/>
            <pc:sldMk cId="382668830" sldId="357"/>
            <ac:picMk id="3" creationId="{7D144231-C465-4224-B7E1-42F8B76663BF}"/>
          </ac:picMkLst>
        </pc:picChg>
        <pc:picChg chg="mod">
          <ac:chgData name="Алексей Голубев" userId="3c8aa089e0d51831" providerId="LiveId" clId="{947F5B59-D7EF-4CC8-90F1-70FEFD02A923}" dt="2025-04-05T12:54:35.797" v="7219" actId="1076"/>
          <ac:picMkLst>
            <pc:docMk/>
            <pc:sldMk cId="382668830" sldId="357"/>
            <ac:picMk id="5" creationId="{DFDE45E4-C6E9-4180-8355-CA28230C8C1F}"/>
          </ac:picMkLst>
        </pc:picChg>
        <pc:picChg chg="mod">
          <ac:chgData name="Алексей Голубев" userId="3c8aa089e0d51831" providerId="LiveId" clId="{947F5B59-D7EF-4CC8-90F1-70FEFD02A923}" dt="2025-04-05T12:54:42.553" v="7220" actId="1076"/>
          <ac:picMkLst>
            <pc:docMk/>
            <pc:sldMk cId="382668830" sldId="357"/>
            <ac:picMk id="7" creationId="{E86A92B9-38BA-4F1C-9884-A096B65AEC78}"/>
          </ac:picMkLst>
        </pc:picChg>
      </pc:sldChg>
      <pc:sldChg chg="addSp modSp mod">
        <pc:chgData name="Алексей Голубев" userId="3c8aa089e0d51831" providerId="LiveId" clId="{947F5B59-D7EF-4CC8-90F1-70FEFD02A923}" dt="2025-04-05T13:03:15.546" v="7485" actId="1076"/>
        <pc:sldMkLst>
          <pc:docMk/>
          <pc:sldMk cId="3264172942" sldId="358"/>
        </pc:sldMkLst>
        <pc:spChg chg="mod">
          <ac:chgData name="Алексей Голубев" userId="3c8aa089e0d51831" providerId="LiveId" clId="{947F5B59-D7EF-4CC8-90F1-70FEFD02A923}" dt="2025-04-05T12:59:15.642" v="7346"/>
          <ac:spMkLst>
            <pc:docMk/>
            <pc:sldMk cId="3264172942" sldId="358"/>
            <ac:spMk id="53" creationId="{5A549908-F591-4667-8544-99E4B6F711D2}"/>
          </ac:spMkLst>
        </pc:spChg>
        <pc:spChg chg="mod">
          <ac:chgData name="Алексей Голубев" userId="3c8aa089e0d51831" providerId="LiveId" clId="{947F5B59-D7EF-4CC8-90F1-70FEFD02A923}" dt="2025-04-05T13:00:59.720" v="7425" actId="20577"/>
          <ac:spMkLst>
            <pc:docMk/>
            <pc:sldMk cId="3264172942" sldId="358"/>
            <ac:spMk id="54" creationId="{29DC407D-9A08-419F-9C41-E8BBA84187D8}"/>
          </ac:spMkLst>
        </pc:spChg>
        <pc:spChg chg="mod">
          <ac:chgData name="Алексей Голубев" userId="3c8aa089e0d51831" providerId="LiveId" clId="{947F5B59-D7EF-4CC8-90F1-70FEFD02A923}" dt="2025-04-05T13:01:09.448" v="7426"/>
          <ac:spMkLst>
            <pc:docMk/>
            <pc:sldMk cId="3264172942" sldId="358"/>
            <ac:spMk id="56" creationId="{650DD9D6-6866-41BE-9319-DAE6537AC5C2}"/>
          </ac:spMkLst>
        </pc:spChg>
        <pc:spChg chg="mod">
          <ac:chgData name="Алексей Голубев" userId="3c8aa089e0d51831" providerId="LiveId" clId="{947F5B59-D7EF-4CC8-90F1-70FEFD02A923}" dt="2025-04-05T13:01:37.425" v="7435" actId="14100"/>
          <ac:spMkLst>
            <pc:docMk/>
            <pc:sldMk cId="3264172942" sldId="358"/>
            <ac:spMk id="57" creationId="{26E4F43C-924E-49ED-A270-49EE2C87F1C5}"/>
          </ac:spMkLst>
        </pc:spChg>
        <pc:spChg chg="mod">
          <ac:chgData name="Алексей Голубев" userId="3c8aa089e0d51831" providerId="LiveId" clId="{947F5B59-D7EF-4CC8-90F1-70FEFD02A923}" dt="2025-04-05T13:02:27.785" v="7436"/>
          <ac:spMkLst>
            <pc:docMk/>
            <pc:sldMk cId="3264172942" sldId="358"/>
            <ac:spMk id="59" creationId="{09FB9465-13A3-4774-A0B8-DC22B1E8B727}"/>
          </ac:spMkLst>
        </pc:spChg>
        <pc:spChg chg="mod">
          <ac:chgData name="Алексей Голубев" userId="3c8aa089e0d51831" providerId="LiveId" clId="{947F5B59-D7EF-4CC8-90F1-70FEFD02A923}" dt="2025-04-05T13:02:51.255" v="7480" actId="20577"/>
          <ac:spMkLst>
            <pc:docMk/>
            <pc:sldMk cId="3264172942" sldId="358"/>
            <ac:spMk id="60" creationId="{46339514-67B1-4351-922B-DE130077F812}"/>
          </ac:spMkLst>
        </pc:spChg>
        <pc:grpChg chg="add mod">
          <ac:chgData name="Алексей Голубев" userId="3c8aa089e0d51831" providerId="LiveId" clId="{947F5B59-D7EF-4CC8-90F1-70FEFD02A923}" dt="2025-04-05T13:03:09.749" v="7483" actId="1076"/>
          <ac:grpSpMkLst>
            <pc:docMk/>
            <pc:sldMk cId="3264172942" sldId="358"/>
            <ac:grpSpMk id="51" creationId="{D194D32A-6B0C-4BEA-990A-020A316AD4BF}"/>
          </ac:grpSpMkLst>
        </pc:grpChg>
        <pc:grpChg chg="add mod">
          <ac:chgData name="Алексей Голубев" userId="3c8aa089e0d51831" providerId="LiveId" clId="{947F5B59-D7EF-4CC8-90F1-70FEFD02A923}" dt="2025-04-05T13:03:12.490" v="7484" actId="1076"/>
          <ac:grpSpMkLst>
            <pc:docMk/>
            <pc:sldMk cId="3264172942" sldId="358"/>
            <ac:grpSpMk id="55" creationId="{A6AD8F69-368F-444C-B1FE-E44533E900DB}"/>
          </ac:grpSpMkLst>
        </pc:grpChg>
        <pc:grpChg chg="add mod">
          <ac:chgData name="Алексей Голубев" userId="3c8aa089e0d51831" providerId="LiveId" clId="{947F5B59-D7EF-4CC8-90F1-70FEFD02A923}" dt="2025-04-05T13:03:15.546" v="7485" actId="1076"/>
          <ac:grpSpMkLst>
            <pc:docMk/>
            <pc:sldMk cId="3264172942" sldId="358"/>
            <ac:grpSpMk id="58" creationId="{BC702D10-1905-46A7-8BF4-1B0F7BE8E688}"/>
          </ac:grpSpMkLst>
        </pc:grpChg>
        <pc:picChg chg="mod">
          <ac:chgData name="Алексей Голубев" userId="3c8aa089e0d51831" providerId="LiveId" clId="{947F5B59-D7EF-4CC8-90F1-70FEFD02A923}" dt="2025-04-05T13:03:04.513" v="7482" actId="1076"/>
          <ac:picMkLst>
            <pc:docMk/>
            <pc:sldMk cId="3264172942" sldId="358"/>
            <ac:picMk id="5" creationId="{CD7AADB0-BAA7-4BB0-B579-975DAEC1B6CF}"/>
          </ac:picMkLst>
        </pc:picChg>
        <pc:picChg chg="mod">
          <ac:chgData name="Алексей Голубев" userId="3c8aa089e0d51831" providerId="LiveId" clId="{947F5B59-D7EF-4CC8-90F1-70FEFD02A923}" dt="2025-04-05T12:58:54.472" v="7345" actId="1076"/>
          <ac:picMkLst>
            <pc:docMk/>
            <pc:sldMk cId="3264172942" sldId="358"/>
            <ac:picMk id="7" creationId="{C7FD9533-E7DF-4A50-9AAF-6218E2667711}"/>
          </ac:picMkLst>
        </pc:picChg>
        <pc:picChg chg="mod">
          <ac:chgData name="Алексей Голубев" userId="3c8aa089e0d51831" providerId="LiveId" clId="{947F5B59-D7EF-4CC8-90F1-70FEFD02A923}" dt="2025-04-05T12:58:40.859" v="7344" actId="1076"/>
          <ac:picMkLst>
            <pc:docMk/>
            <pc:sldMk cId="3264172942" sldId="358"/>
            <ac:picMk id="52" creationId="{61DBECC1-5BE2-45FC-951F-15F82E2DE7D8}"/>
          </ac:picMkLst>
        </pc:picChg>
      </pc:sldChg>
      <pc:sldChg chg="addSp modSp mod">
        <pc:chgData name="Алексей Голубев" userId="3c8aa089e0d51831" providerId="LiveId" clId="{947F5B59-D7EF-4CC8-90F1-70FEFD02A923}" dt="2025-04-05T13:04:55.719" v="7540" actId="1076"/>
        <pc:sldMkLst>
          <pc:docMk/>
          <pc:sldMk cId="2593667782" sldId="359"/>
        </pc:sldMkLst>
        <pc:spChg chg="mod">
          <ac:chgData name="Алексей Голубев" userId="3c8aa089e0d51831" providerId="LiveId" clId="{947F5B59-D7EF-4CC8-90F1-70FEFD02A923}" dt="2025-04-05T13:04:13.666" v="7490"/>
          <ac:spMkLst>
            <pc:docMk/>
            <pc:sldMk cId="2593667782" sldId="359"/>
            <ac:spMk id="51" creationId="{0A62E6DB-0631-4A36-B074-2D92D55749D7}"/>
          </ac:spMkLst>
        </pc:spChg>
        <pc:spChg chg="mod">
          <ac:chgData name="Алексей Голубев" userId="3c8aa089e0d51831" providerId="LiveId" clId="{947F5B59-D7EF-4CC8-90F1-70FEFD02A923}" dt="2025-04-05T13:04:50.327" v="7538" actId="14100"/>
          <ac:spMkLst>
            <pc:docMk/>
            <pc:sldMk cId="2593667782" sldId="359"/>
            <ac:spMk id="52" creationId="{C04A65D4-DB5F-4E5F-8DB8-6E9E4F9A2A3B}"/>
          </ac:spMkLst>
        </pc:spChg>
        <pc:grpChg chg="add mod">
          <ac:chgData name="Алексей Голубев" userId="3c8aa089e0d51831" providerId="LiveId" clId="{947F5B59-D7EF-4CC8-90F1-70FEFD02A923}" dt="2025-04-05T13:04:55.719" v="7540" actId="1076"/>
          <ac:grpSpMkLst>
            <pc:docMk/>
            <pc:sldMk cId="2593667782" sldId="359"/>
            <ac:grpSpMk id="50" creationId="{A9DC47C4-F158-41C3-B020-608664DA047C}"/>
          </ac:grpSpMkLst>
        </pc:grpChg>
        <pc:picChg chg="mod">
          <ac:chgData name="Алексей Голубев" userId="3c8aa089e0d51831" providerId="LiveId" clId="{947F5B59-D7EF-4CC8-90F1-70FEFD02A923}" dt="2025-04-05T13:03:45.971" v="7488" actId="11530"/>
          <ac:picMkLst>
            <pc:docMk/>
            <pc:sldMk cId="2593667782" sldId="359"/>
            <ac:picMk id="3" creationId="{123D49B0-FD8A-4F78-B8DD-7A333161A265}"/>
          </ac:picMkLst>
        </pc:picChg>
        <pc:picChg chg="mod">
          <ac:chgData name="Алексей Голубев" userId="3c8aa089e0d51831" providerId="LiveId" clId="{947F5B59-D7EF-4CC8-90F1-70FEFD02A923}" dt="2025-04-05T13:03:49.243" v="7489" actId="11530"/>
          <ac:picMkLst>
            <pc:docMk/>
            <pc:sldMk cId="2593667782" sldId="359"/>
            <ac:picMk id="5" creationId="{B5A766F3-E597-4023-AB53-07F716CEB8A7}"/>
          </ac:picMkLst>
        </pc:picChg>
      </pc:sldChg>
      <pc:sldChg chg="addSp delSp modSp mod">
        <pc:chgData name="Алексей Голубев" userId="3c8aa089e0d51831" providerId="LiveId" clId="{947F5B59-D7EF-4CC8-90F1-70FEFD02A923}" dt="2025-04-05T13:48:17.630" v="7783" actId="1076"/>
        <pc:sldMkLst>
          <pc:docMk/>
          <pc:sldMk cId="22102921" sldId="360"/>
        </pc:sldMkLst>
        <pc:spChg chg="mod">
          <ac:chgData name="Алексей Голубев" userId="3c8aa089e0d51831" providerId="LiveId" clId="{947F5B59-D7EF-4CC8-90F1-70FEFD02A923}" dt="2025-04-05T13:05:30.731" v="7546"/>
          <ac:spMkLst>
            <pc:docMk/>
            <pc:sldMk cId="22102921" sldId="360"/>
            <ac:spMk id="52" creationId="{5C079CB1-797C-46DF-80AA-876523D30C6B}"/>
          </ac:spMkLst>
        </pc:spChg>
        <pc:spChg chg="mod">
          <ac:chgData name="Алексей Голубев" userId="3c8aa089e0d51831" providerId="LiveId" clId="{947F5B59-D7EF-4CC8-90F1-70FEFD02A923}" dt="2025-04-05T13:05:30.731" v="7546"/>
          <ac:spMkLst>
            <pc:docMk/>
            <pc:sldMk cId="22102921" sldId="360"/>
            <ac:spMk id="53" creationId="{ABB7ADCE-77B2-4D38-8EF7-331D871A4B74}"/>
          </ac:spMkLst>
        </pc:spChg>
        <pc:spChg chg="mod">
          <ac:chgData name="Алексей Голубев" userId="3c8aa089e0d51831" providerId="LiveId" clId="{947F5B59-D7EF-4CC8-90F1-70FEFD02A923}" dt="2025-04-05T13:05:40.266" v="7548"/>
          <ac:spMkLst>
            <pc:docMk/>
            <pc:sldMk cId="22102921" sldId="360"/>
            <ac:spMk id="55" creationId="{83B2DCC7-A608-499C-BF87-5E81F4EEE001}"/>
          </ac:spMkLst>
        </pc:spChg>
        <pc:spChg chg="mod">
          <ac:chgData name="Алексей Голубев" userId="3c8aa089e0d51831" providerId="LiveId" clId="{947F5B59-D7EF-4CC8-90F1-70FEFD02A923}" dt="2025-04-05T13:05:56.905" v="7556" actId="20577"/>
          <ac:spMkLst>
            <pc:docMk/>
            <pc:sldMk cId="22102921" sldId="360"/>
            <ac:spMk id="56" creationId="{B8AFEC8C-EE3A-4FAB-965A-58DAA97B666F}"/>
          </ac:spMkLst>
        </pc:spChg>
        <pc:spChg chg="mod">
          <ac:chgData name="Алексей Голубев" userId="3c8aa089e0d51831" providerId="LiveId" clId="{947F5B59-D7EF-4CC8-90F1-70FEFD02A923}" dt="2025-04-05T13:06:57.690" v="7615" actId="1076"/>
          <ac:spMkLst>
            <pc:docMk/>
            <pc:sldMk cId="22102921" sldId="360"/>
            <ac:spMk id="58" creationId="{4023F62F-AE25-4AE5-9860-C847A000ADCA}"/>
          </ac:spMkLst>
        </pc:spChg>
        <pc:spChg chg="mod">
          <ac:chgData name="Алексей Голубев" userId="3c8aa089e0d51831" providerId="LiveId" clId="{947F5B59-D7EF-4CC8-90F1-70FEFD02A923}" dt="2025-04-05T13:06:51.708" v="7613" actId="20577"/>
          <ac:spMkLst>
            <pc:docMk/>
            <pc:sldMk cId="22102921" sldId="360"/>
            <ac:spMk id="59" creationId="{1EAD19A7-A257-4114-8DD7-BE07984D3644}"/>
          </ac:spMkLst>
        </pc:spChg>
        <pc:spChg chg="mod">
          <ac:chgData name="Алексей Голубев" userId="3c8aa089e0d51831" providerId="LiveId" clId="{947F5B59-D7EF-4CC8-90F1-70FEFD02A923}" dt="2025-04-05T13:07:55.250" v="7620"/>
          <ac:spMkLst>
            <pc:docMk/>
            <pc:sldMk cId="22102921" sldId="360"/>
            <ac:spMk id="61" creationId="{1B02ED95-F06C-47C2-98EA-5A4285651D76}"/>
          </ac:spMkLst>
        </pc:spChg>
        <pc:spChg chg="mod">
          <ac:chgData name="Алексей Голубев" userId="3c8aa089e0d51831" providerId="LiveId" clId="{947F5B59-D7EF-4CC8-90F1-70FEFD02A923}" dt="2025-04-05T13:08:48.273" v="7673" actId="1076"/>
          <ac:spMkLst>
            <pc:docMk/>
            <pc:sldMk cId="22102921" sldId="360"/>
            <ac:spMk id="62" creationId="{D0EB80A0-5DE7-44AA-99FD-BB3D49AA92CC}"/>
          </ac:spMkLst>
        </pc:spChg>
        <pc:spChg chg="add mod">
          <ac:chgData name="Алексей Голубев" userId="3c8aa089e0d51831" providerId="LiveId" clId="{947F5B59-D7EF-4CC8-90F1-70FEFD02A923}" dt="2025-04-05T13:48:17.630" v="7783" actId="1076"/>
          <ac:spMkLst>
            <pc:docMk/>
            <pc:sldMk cId="22102921" sldId="360"/>
            <ac:spMk id="63" creationId="{3BCD1BF2-FFB6-40D2-BD7E-C4CEBE0D9108}"/>
          </ac:spMkLst>
        </pc:spChg>
        <pc:spChg chg="add mod">
          <ac:chgData name="Алексей Голубев" userId="3c8aa089e0d51831" providerId="LiveId" clId="{947F5B59-D7EF-4CC8-90F1-70FEFD02A923}" dt="2025-04-05T13:09:42.618" v="7683" actId="1076"/>
          <ac:spMkLst>
            <pc:docMk/>
            <pc:sldMk cId="22102921" sldId="360"/>
            <ac:spMk id="64" creationId="{30028745-4414-43EA-BF86-5E5F78D5D0A9}"/>
          </ac:spMkLst>
        </pc:spChg>
        <pc:grpChg chg="add del mod">
          <ac:chgData name="Алексей Голубев" userId="3c8aa089e0d51831" providerId="LiveId" clId="{947F5B59-D7EF-4CC8-90F1-70FEFD02A923}" dt="2025-04-05T13:05:32.579" v="7547"/>
          <ac:grpSpMkLst>
            <pc:docMk/>
            <pc:sldMk cId="22102921" sldId="360"/>
            <ac:grpSpMk id="51" creationId="{FB309415-112F-419E-BDFA-81875DC678C7}"/>
          </ac:grpSpMkLst>
        </pc:grpChg>
        <pc:grpChg chg="add mod">
          <ac:chgData name="Алексей Голубев" userId="3c8aa089e0d51831" providerId="LiveId" clId="{947F5B59-D7EF-4CC8-90F1-70FEFD02A923}" dt="2025-04-05T13:05:53.015" v="7552" actId="1076"/>
          <ac:grpSpMkLst>
            <pc:docMk/>
            <pc:sldMk cId="22102921" sldId="360"/>
            <ac:grpSpMk id="54" creationId="{B340BC22-0F22-4EE0-A483-2A8B417DF0AC}"/>
          </ac:grpSpMkLst>
        </pc:grpChg>
        <pc:grpChg chg="add mod">
          <ac:chgData name="Алексей Голубев" userId="3c8aa089e0d51831" providerId="LiveId" clId="{947F5B59-D7EF-4CC8-90F1-70FEFD02A923}" dt="2025-04-05T13:07:05.887" v="7617" actId="14100"/>
          <ac:grpSpMkLst>
            <pc:docMk/>
            <pc:sldMk cId="22102921" sldId="360"/>
            <ac:grpSpMk id="57" creationId="{980EA2E2-03A8-4B8A-8921-6D487B2417D6}"/>
          </ac:grpSpMkLst>
        </pc:grpChg>
        <pc:grpChg chg="add mod">
          <ac:chgData name="Алексей Голубев" userId="3c8aa089e0d51831" providerId="LiveId" clId="{947F5B59-D7EF-4CC8-90F1-70FEFD02A923}" dt="2025-04-05T13:08:52.209" v="7674" actId="1076"/>
          <ac:grpSpMkLst>
            <pc:docMk/>
            <pc:sldMk cId="22102921" sldId="360"/>
            <ac:grpSpMk id="60" creationId="{7B01F355-484B-4657-A20D-1ED80D81EF3E}"/>
          </ac:grpSpMkLst>
        </pc:grpChg>
        <pc:picChg chg="mod">
          <ac:chgData name="Алексей Голубев" userId="3c8aa089e0d51831" providerId="LiveId" clId="{947F5B59-D7EF-4CC8-90F1-70FEFD02A923}" dt="2025-04-05T13:07:41.726" v="7618" actId="1076"/>
          <ac:picMkLst>
            <pc:docMk/>
            <pc:sldMk cId="22102921" sldId="360"/>
            <ac:picMk id="3" creationId="{1BFACF82-4D90-4091-8F86-B4BB03CD70FA}"/>
          </ac:picMkLst>
        </pc:picChg>
        <pc:picChg chg="mod">
          <ac:chgData name="Алексей Голубев" userId="3c8aa089e0d51831" providerId="LiveId" clId="{947F5B59-D7EF-4CC8-90F1-70FEFD02A923}" dt="2025-04-05T13:07:52.285" v="7619" actId="1076"/>
          <ac:picMkLst>
            <pc:docMk/>
            <pc:sldMk cId="22102921" sldId="360"/>
            <ac:picMk id="5" creationId="{32718FAB-C151-423A-B092-79D8D45BA1FD}"/>
          </ac:picMkLst>
        </pc:picChg>
        <pc:picChg chg="mod">
          <ac:chgData name="Алексей Голубев" userId="3c8aa089e0d51831" providerId="LiveId" clId="{947F5B59-D7EF-4CC8-90F1-70FEFD02A923}" dt="2025-04-05T13:09:24.935" v="7681" actId="1076"/>
          <ac:picMkLst>
            <pc:docMk/>
            <pc:sldMk cId="22102921" sldId="360"/>
            <ac:picMk id="50" creationId="{A72CF7CB-5F1B-4271-9ED6-7E1BCBD371BD}"/>
          </ac:picMkLst>
        </pc:picChg>
      </pc:sldChg>
      <pc:sldChg chg="addSp modSp mod">
        <pc:chgData name="Алексей Голубев" userId="3c8aa089e0d51831" providerId="LiveId" clId="{947F5B59-D7EF-4CC8-90F1-70FEFD02A923}" dt="2025-04-05T13:11:15.004" v="7750" actId="1076"/>
        <pc:sldMkLst>
          <pc:docMk/>
          <pc:sldMk cId="2336835782" sldId="361"/>
        </pc:sldMkLst>
        <pc:spChg chg="mod">
          <ac:chgData name="Алексей Голубев" userId="3c8aa089e0d51831" providerId="LiveId" clId="{947F5B59-D7EF-4CC8-90F1-70FEFD02A923}" dt="2025-04-05T13:10:02.630" v="7685"/>
          <ac:spMkLst>
            <pc:docMk/>
            <pc:sldMk cId="2336835782" sldId="361"/>
            <ac:spMk id="52" creationId="{0A46D097-B40C-4BE8-A59A-0E9240651E0B}"/>
          </ac:spMkLst>
        </pc:spChg>
        <pc:spChg chg="mod">
          <ac:chgData name="Алексей Голубев" userId="3c8aa089e0d51831" providerId="LiveId" clId="{947F5B59-D7EF-4CC8-90F1-70FEFD02A923}" dt="2025-04-05T13:10:26.440" v="7727" actId="20577"/>
          <ac:spMkLst>
            <pc:docMk/>
            <pc:sldMk cId="2336835782" sldId="361"/>
            <ac:spMk id="53" creationId="{06FC7200-19D6-4ADE-BB4E-913D9C1CBBED}"/>
          </ac:spMkLst>
        </pc:spChg>
        <pc:spChg chg="mod">
          <ac:chgData name="Алексей Голубев" userId="3c8aa089e0d51831" providerId="LiveId" clId="{947F5B59-D7EF-4CC8-90F1-70FEFD02A923}" dt="2025-04-05T13:10:32.370" v="7728"/>
          <ac:spMkLst>
            <pc:docMk/>
            <pc:sldMk cId="2336835782" sldId="361"/>
            <ac:spMk id="55" creationId="{6E6BB7BE-963B-4021-BDE0-CB3581D3027D}"/>
          </ac:spMkLst>
        </pc:spChg>
        <pc:spChg chg="mod">
          <ac:chgData name="Алексей Голубев" userId="3c8aa089e0d51831" providerId="LiveId" clId="{947F5B59-D7EF-4CC8-90F1-70FEFD02A923}" dt="2025-04-05T13:11:12.091" v="7749" actId="1076"/>
          <ac:spMkLst>
            <pc:docMk/>
            <pc:sldMk cId="2336835782" sldId="361"/>
            <ac:spMk id="56" creationId="{5AC29F65-2C22-43E4-AA34-A2A001706B61}"/>
          </ac:spMkLst>
        </pc:spChg>
        <pc:grpChg chg="add mod">
          <ac:chgData name="Алексей Голубев" userId="3c8aa089e0d51831" providerId="LiveId" clId="{947F5B59-D7EF-4CC8-90F1-70FEFD02A923}" dt="2025-04-05T13:10:10.878" v="7687" actId="14100"/>
          <ac:grpSpMkLst>
            <pc:docMk/>
            <pc:sldMk cId="2336835782" sldId="361"/>
            <ac:grpSpMk id="51" creationId="{7283064E-8699-4595-9E9D-29C3CC28C753}"/>
          </ac:grpSpMkLst>
        </pc:grpChg>
        <pc:grpChg chg="add mod">
          <ac:chgData name="Алексей Голубев" userId="3c8aa089e0d51831" providerId="LiveId" clId="{947F5B59-D7EF-4CC8-90F1-70FEFD02A923}" dt="2025-04-05T13:11:15.004" v="7750" actId="1076"/>
          <ac:grpSpMkLst>
            <pc:docMk/>
            <pc:sldMk cId="2336835782" sldId="361"/>
            <ac:grpSpMk id="54" creationId="{AEE1E0A4-FF3F-45DF-937E-D91F35702DD2}"/>
          </ac:grpSpMkLst>
        </pc:grpChg>
        <pc:picChg chg="mod">
          <ac:chgData name="Алексей Голубев" userId="3c8aa089e0d51831" providerId="LiveId" clId="{947F5B59-D7EF-4CC8-90F1-70FEFD02A923}" dt="2025-04-05T13:09:52.055" v="7684" actId="11530"/>
          <ac:picMkLst>
            <pc:docMk/>
            <pc:sldMk cId="2336835782" sldId="361"/>
            <ac:picMk id="3" creationId="{150B76CA-DC4E-473B-81CE-4DFCEAF959F1}"/>
          </ac:picMkLst>
        </pc:picChg>
      </pc:sldChg>
      <pc:sldChg chg="addSp modSp mod">
        <pc:chgData name="Алексей Голубев" userId="3c8aa089e0d51831" providerId="LiveId" clId="{947F5B59-D7EF-4CC8-90F1-70FEFD02A923}" dt="2025-04-05T13:12:35.446" v="7777" actId="1076"/>
        <pc:sldMkLst>
          <pc:docMk/>
          <pc:sldMk cId="3929506471" sldId="362"/>
        </pc:sldMkLst>
        <pc:spChg chg="mod">
          <ac:chgData name="Алексей Голубев" userId="3c8aa089e0d51831" providerId="LiveId" clId="{947F5B59-D7EF-4CC8-90F1-70FEFD02A923}" dt="2025-04-05T13:11:59.905" v="7753"/>
          <ac:spMkLst>
            <pc:docMk/>
            <pc:sldMk cId="3929506471" sldId="362"/>
            <ac:spMk id="50" creationId="{6C108463-09D7-4BFE-822E-8434A43E23DB}"/>
          </ac:spMkLst>
        </pc:spChg>
        <pc:spChg chg="mod">
          <ac:chgData name="Алексей Голубев" userId="3c8aa089e0d51831" providerId="LiveId" clId="{947F5B59-D7EF-4CC8-90F1-70FEFD02A923}" dt="2025-04-05T13:12:35.446" v="7777" actId="1076"/>
          <ac:spMkLst>
            <pc:docMk/>
            <pc:sldMk cId="3929506471" sldId="362"/>
            <ac:spMk id="51" creationId="{DC88C01C-4092-446A-A539-7154EFD07D02}"/>
          </ac:spMkLst>
        </pc:spChg>
        <pc:grpChg chg="add mod">
          <ac:chgData name="Алексей Голубев" userId="3c8aa089e0d51831" providerId="LiveId" clId="{947F5B59-D7EF-4CC8-90F1-70FEFD02A923}" dt="2025-04-05T13:12:26.679" v="7776" actId="1076"/>
          <ac:grpSpMkLst>
            <pc:docMk/>
            <pc:sldMk cId="3929506471" sldId="362"/>
            <ac:grpSpMk id="49" creationId="{089AFF0B-807E-4DCD-947F-7ACF6B9380EE}"/>
          </ac:grpSpMkLst>
        </pc:grpChg>
        <pc:picChg chg="mod">
          <ac:chgData name="Алексей Голубев" userId="3c8aa089e0d51831" providerId="LiveId" clId="{947F5B59-D7EF-4CC8-90F1-70FEFD02A923}" dt="2025-04-05T13:11:52.790" v="7752" actId="1076"/>
          <ac:picMkLst>
            <pc:docMk/>
            <pc:sldMk cId="3929506471" sldId="362"/>
            <ac:picMk id="3" creationId="{82C9FBF2-79A8-4E7B-9E2D-0C086618C9FA}"/>
          </ac:picMkLst>
        </pc:picChg>
      </pc:sldChg>
      <pc:sldChg chg="addSp modSp mod">
        <pc:chgData name="Алексей Голубев" userId="3c8aa089e0d51831" providerId="LiveId" clId="{947F5B59-D7EF-4CC8-90F1-70FEFD02A923}" dt="2025-04-05T14:02:07.665" v="7846" actId="1076"/>
        <pc:sldMkLst>
          <pc:docMk/>
          <pc:sldMk cId="2739083828" sldId="363"/>
        </pc:sldMkLst>
        <pc:spChg chg="add mod">
          <ac:chgData name="Алексей Голубев" userId="3c8aa089e0d51831" providerId="LiveId" clId="{947F5B59-D7EF-4CC8-90F1-70FEFD02A923}" dt="2025-04-05T14:02:07.665" v="7846" actId="1076"/>
          <ac:spMkLst>
            <pc:docMk/>
            <pc:sldMk cId="2739083828" sldId="363"/>
            <ac:spMk id="48" creationId="{3EA35AA9-5D9E-4573-BDDE-A24412FE9DC1}"/>
          </ac:spMkLst>
        </pc:spChg>
      </pc:sldChg>
      <pc:sldChg chg="del">
        <pc:chgData name="Алексей Голубев" userId="3c8aa089e0d51831" providerId="LiveId" clId="{947F5B59-D7EF-4CC8-90F1-70FEFD02A923}" dt="2025-04-05T13:49:18.762" v="7784" actId="47"/>
        <pc:sldMkLst>
          <pc:docMk/>
          <pc:sldMk cId="980063408" sldId="364"/>
        </pc:sldMkLst>
      </pc:sldChg>
      <pc:sldChg chg="addSp modSp add mod">
        <pc:chgData name="Алексей Голубев" userId="3c8aa089e0d51831" providerId="LiveId" clId="{947F5B59-D7EF-4CC8-90F1-70FEFD02A923}" dt="2025-04-05T14:03:29.191" v="7889" actId="1076"/>
        <pc:sldMkLst>
          <pc:docMk/>
          <pc:sldMk cId="3220360195" sldId="364"/>
        </pc:sldMkLst>
        <pc:spChg chg="add mod">
          <ac:chgData name="Алексей Голубев" userId="3c8aa089e0d51831" providerId="LiveId" clId="{947F5B59-D7EF-4CC8-90F1-70FEFD02A923}" dt="2025-04-05T14:03:29.191" v="7889" actId="1076"/>
          <ac:spMkLst>
            <pc:docMk/>
            <pc:sldMk cId="3220360195" sldId="364"/>
            <ac:spMk id="48" creationId="{BE43C871-4981-4AE2-A231-F98C01F16BE2}"/>
          </ac:spMkLst>
        </pc:spChg>
        <pc:spChg chg="add mod">
          <ac:chgData name="Алексей Голубев" userId="3c8aa089e0d51831" providerId="LiveId" clId="{947F5B59-D7EF-4CC8-90F1-70FEFD02A923}" dt="2025-04-05T14:02:53.519" v="7875" actId="113"/>
          <ac:spMkLst>
            <pc:docMk/>
            <pc:sldMk cId="3220360195" sldId="364"/>
            <ac:spMk id="49" creationId="{CFC5F6E0-CB58-4D3F-AA91-5F8A8AC1C888}"/>
          </ac:spMkLst>
        </pc:spChg>
      </pc:sldChg>
      <pc:sldChg chg="del">
        <pc:chgData name="Алексей Голубев" userId="3c8aa089e0d51831" providerId="LiveId" clId="{947F5B59-D7EF-4CC8-90F1-70FEFD02A923}" dt="2025-04-05T13:49:19.547" v="7785" actId="47"/>
        <pc:sldMkLst>
          <pc:docMk/>
          <pc:sldMk cId="237609394" sldId="365"/>
        </pc:sldMkLst>
      </pc:sldChg>
      <pc:sldChg chg="del">
        <pc:chgData name="Алексей Голубев" userId="3c8aa089e0d51831" providerId="LiveId" clId="{947F5B59-D7EF-4CC8-90F1-70FEFD02A923}" dt="2025-04-05T13:49:20.096" v="7786" actId="47"/>
        <pc:sldMkLst>
          <pc:docMk/>
          <pc:sldMk cId="4216167524" sldId="366"/>
        </pc:sldMkLst>
      </pc:sldChg>
      <pc:sldChg chg="del">
        <pc:chgData name="Алексей Голубев" userId="3c8aa089e0d51831" providerId="LiveId" clId="{947F5B59-D7EF-4CC8-90F1-70FEFD02A923}" dt="2025-04-05T13:49:20.568" v="7787" actId="47"/>
        <pc:sldMkLst>
          <pc:docMk/>
          <pc:sldMk cId="2905864864" sldId="367"/>
        </pc:sldMkLst>
      </pc:sldChg>
      <pc:sldMasterChg chg="setBg modSldLayout">
        <pc:chgData name="Алексей Голубев" userId="3c8aa089e0d51831" providerId="LiveId" clId="{947F5B59-D7EF-4CC8-90F1-70FEFD02A923}" dt="2025-04-03T10:28:02.970" v="601"/>
        <pc:sldMasterMkLst>
          <pc:docMk/>
          <pc:sldMasterMk cId="0" sldId="2147483669"/>
        </pc:sldMasterMkLst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48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49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0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1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2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3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4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5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6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7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8"/>
          </pc:sldLayoutMkLst>
        </pc:sldLayoutChg>
      </pc:sldMasterChg>
      <pc:sldMasterChg chg="setBg modSldLayout">
        <pc:chgData name="Алексей Голубев" userId="3c8aa089e0d51831" providerId="LiveId" clId="{947F5B59-D7EF-4CC8-90F1-70FEFD02A923}" dt="2025-04-03T10:28:02.970" v="601"/>
        <pc:sldMasterMkLst>
          <pc:docMk/>
          <pc:sldMasterMk cId="0" sldId="2147483670"/>
        </pc:sldMasterMkLst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59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60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61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62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63"/>
          </pc:sldLayoutMkLst>
        </pc:sldLayoutChg>
      </pc:sldMasterChg>
      <pc:sldMasterChg chg="setBg modSldLayout">
        <pc:chgData name="Алексей Голубев" userId="3c8aa089e0d51831" providerId="LiveId" clId="{947F5B59-D7EF-4CC8-90F1-70FEFD02A923}" dt="2025-04-03T10:28:02.970" v="601"/>
        <pc:sldMasterMkLst>
          <pc:docMk/>
          <pc:sldMasterMk cId="0" sldId="2147483671"/>
        </pc:sldMasterMkLst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4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5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6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7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8"/>
          </pc:sldLayoutMkLst>
        </pc:sldLayoutChg>
      </pc:sldMasterChg>
    </pc:docChg>
  </pc:docChgLst>
  <pc:docChgLst>
    <pc:chgData name="Алексей Голубев" userId="3c8aa089e0d51831" providerId="LiveId" clId="{8201657F-242A-4391-91FA-E0EFA185A3A9}"/>
    <pc:docChg chg="custSel addSld delSld modSld sldOrd">
      <pc:chgData name="Алексей Голубев" userId="3c8aa089e0d51831" providerId="LiveId" clId="{8201657F-242A-4391-91FA-E0EFA185A3A9}" dt="2025-04-11T06:30:13.417" v="483" actId="1076"/>
      <pc:docMkLst>
        <pc:docMk/>
      </pc:docMkLst>
      <pc:sldChg chg="modSp mod">
        <pc:chgData name="Алексей Голубев" userId="3c8aa089e0d51831" providerId="LiveId" clId="{8201657F-242A-4391-91FA-E0EFA185A3A9}" dt="2025-04-11T06:07:21.255" v="10" actId="20577"/>
        <pc:sldMkLst>
          <pc:docMk/>
          <pc:sldMk cId="0" sldId="256"/>
        </pc:sldMkLst>
        <pc:spChg chg="mod">
          <ac:chgData name="Алексей Голубев" userId="3c8aa089e0d51831" providerId="LiveId" clId="{8201657F-242A-4391-91FA-E0EFA185A3A9}" dt="2025-04-11T06:07:15.338" v="1" actId="20577"/>
          <ac:spMkLst>
            <pc:docMk/>
            <pc:sldMk cId="0" sldId="256"/>
            <ac:spMk id="164" creationId="{00000000-0000-0000-0000-000000000000}"/>
          </ac:spMkLst>
        </pc:spChg>
        <pc:spChg chg="mod">
          <ac:chgData name="Алексей Голубев" userId="3c8aa089e0d51831" providerId="LiveId" clId="{8201657F-242A-4391-91FA-E0EFA185A3A9}" dt="2025-04-11T06:07:21.255" v="10" actId="20577"/>
          <ac:spMkLst>
            <pc:docMk/>
            <pc:sldMk cId="0" sldId="256"/>
            <ac:spMk id="168" creationId="{00000000-0000-0000-0000-000000000000}"/>
          </ac:spMkLst>
        </pc:spChg>
      </pc:sldChg>
      <pc:sldChg chg="del">
        <pc:chgData name="Алексей Голубев" userId="3c8aa089e0d51831" providerId="LiveId" clId="{8201657F-242A-4391-91FA-E0EFA185A3A9}" dt="2025-04-11T06:07:30.238" v="13" actId="47"/>
        <pc:sldMkLst>
          <pc:docMk/>
          <pc:sldMk cId="0" sldId="257"/>
        </pc:sldMkLst>
      </pc:sldChg>
      <pc:sldChg chg="del">
        <pc:chgData name="Алексей Голубев" userId="3c8aa089e0d51831" providerId="LiveId" clId="{8201657F-242A-4391-91FA-E0EFA185A3A9}" dt="2025-04-11T06:07:30.457" v="14" actId="47"/>
        <pc:sldMkLst>
          <pc:docMk/>
          <pc:sldMk cId="0" sldId="258"/>
        </pc:sldMkLst>
      </pc:sldChg>
      <pc:sldChg chg="del">
        <pc:chgData name="Алексей Голубев" userId="3c8aa089e0d51831" providerId="LiveId" clId="{8201657F-242A-4391-91FA-E0EFA185A3A9}" dt="2025-04-11T06:07:30.659" v="15" actId="47"/>
        <pc:sldMkLst>
          <pc:docMk/>
          <pc:sldMk cId="0" sldId="259"/>
        </pc:sldMkLst>
      </pc:sldChg>
      <pc:sldChg chg="del">
        <pc:chgData name="Алексей Голубев" userId="3c8aa089e0d51831" providerId="LiveId" clId="{8201657F-242A-4391-91FA-E0EFA185A3A9}" dt="2025-04-11T06:07:29.955" v="12" actId="47"/>
        <pc:sldMkLst>
          <pc:docMk/>
          <pc:sldMk cId="0" sldId="260"/>
        </pc:sldMkLst>
      </pc:sldChg>
      <pc:sldChg chg="del">
        <pc:chgData name="Алексей Голубев" userId="3c8aa089e0d51831" providerId="LiveId" clId="{8201657F-242A-4391-91FA-E0EFA185A3A9}" dt="2025-04-11T06:07:30.835" v="16" actId="47"/>
        <pc:sldMkLst>
          <pc:docMk/>
          <pc:sldMk cId="0" sldId="261"/>
        </pc:sldMkLst>
      </pc:sldChg>
      <pc:sldChg chg="del">
        <pc:chgData name="Алексей Голубев" userId="3c8aa089e0d51831" providerId="LiveId" clId="{8201657F-242A-4391-91FA-E0EFA185A3A9}" dt="2025-04-11T06:07:29.626" v="11" actId="47"/>
        <pc:sldMkLst>
          <pc:docMk/>
          <pc:sldMk cId="0" sldId="262"/>
        </pc:sldMkLst>
      </pc:sldChg>
      <pc:sldChg chg="del">
        <pc:chgData name="Алексей Голубев" userId="3c8aa089e0d51831" providerId="LiveId" clId="{8201657F-242A-4391-91FA-E0EFA185A3A9}" dt="2025-04-11T06:07:30.992" v="17" actId="47"/>
        <pc:sldMkLst>
          <pc:docMk/>
          <pc:sldMk cId="0" sldId="263"/>
        </pc:sldMkLst>
      </pc:sldChg>
      <pc:sldChg chg="del">
        <pc:chgData name="Алексей Голубев" userId="3c8aa089e0d51831" providerId="LiveId" clId="{8201657F-242A-4391-91FA-E0EFA185A3A9}" dt="2025-04-11T06:07:31.228" v="18" actId="47"/>
        <pc:sldMkLst>
          <pc:docMk/>
          <pc:sldMk cId="0" sldId="264"/>
        </pc:sldMkLst>
      </pc:sldChg>
      <pc:sldChg chg="del">
        <pc:chgData name="Алексей Голубев" userId="3c8aa089e0d51831" providerId="LiveId" clId="{8201657F-242A-4391-91FA-E0EFA185A3A9}" dt="2025-04-11T06:07:31.400" v="19" actId="47"/>
        <pc:sldMkLst>
          <pc:docMk/>
          <pc:sldMk cId="0" sldId="265"/>
        </pc:sldMkLst>
      </pc:sldChg>
      <pc:sldChg chg="del">
        <pc:chgData name="Алексей Голубев" userId="3c8aa089e0d51831" providerId="LiveId" clId="{8201657F-242A-4391-91FA-E0EFA185A3A9}" dt="2025-04-11T06:07:31.637" v="20" actId="47"/>
        <pc:sldMkLst>
          <pc:docMk/>
          <pc:sldMk cId="0" sldId="266"/>
        </pc:sldMkLst>
      </pc:sldChg>
      <pc:sldChg chg="del">
        <pc:chgData name="Алексей Голубев" userId="3c8aa089e0d51831" providerId="LiveId" clId="{8201657F-242A-4391-91FA-E0EFA185A3A9}" dt="2025-04-11T06:07:43.066" v="60" actId="47"/>
        <pc:sldMkLst>
          <pc:docMk/>
          <pc:sldMk cId="0" sldId="267"/>
        </pc:sldMkLst>
      </pc:sldChg>
      <pc:sldChg chg="del">
        <pc:chgData name="Алексей Голубев" userId="3c8aa089e0d51831" providerId="LiveId" clId="{8201657F-242A-4391-91FA-E0EFA185A3A9}" dt="2025-04-11T06:07:43.586" v="61" actId="47"/>
        <pc:sldMkLst>
          <pc:docMk/>
          <pc:sldMk cId="0" sldId="268"/>
        </pc:sldMkLst>
      </pc:sldChg>
      <pc:sldChg chg="del">
        <pc:chgData name="Алексей Голубев" userId="3c8aa089e0d51831" providerId="LiveId" clId="{8201657F-242A-4391-91FA-E0EFA185A3A9}" dt="2025-04-11T06:07:34.165" v="26" actId="47"/>
        <pc:sldMkLst>
          <pc:docMk/>
          <pc:sldMk cId="1634392494" sldId="278"/>
        </pc:sldMkLst>
      </pc:sldChg>
      <pc:sldChg chg="del">
        <pc:chgData name="Алексей Голубев" userId="3c8aa089e0d51831" providerId="LiveId" clId="{8201657F-242A-4391-91FA-E0EFA185A3A9}" dt="2025-04-11T06:07:33.976" v="25" actId="47"/>
        <pc:sldMkLst>
          <pc:docMk/>
          <pc:sldMk cId="1843021514" sldId="279"/>
        </pc:sldMkLst>
      </pc:sldChg>
      <pc:sldChg chg="del">
        <pc:chgData name="Алексей Голубев" userId="3c8aa089e0d51831" providerId="LiveId" clId="{8201657F-242A-4391-91FA-E0EFA185A3A9}" dt="2025-04-11T06:07:33.820" v="24" actId="47"/>
        <pc:sldMkLst>
          <pc:docMk/>
          <pc:sldMk cId="3516333562" sldId="280"/>
        </pc:sldMkLst>
      </pc:sldChg>
      <pc:sldChg chg="del">
        <pc:chgData name="Алексей Голубев" userId="3c8aa089e0d51831" providerId="LiveId" clId="{8201657F-242A-4391-91FA-E0EFA185A3A9}" dt="2025-04-11T06:07:31.840" v="21" actId="47"/>
        <pc:sldMkLst>
          <pc:docMk/>
          <pc:sldMk cId="2052381674" sldId="282"/>
        </pc:sldMkLst>
      </pc:sldChg>
      <pc:sldChg chg="del">
        <pc:chgData name="Алексей Голубев" userId="3c8aa089e0d51831" providerId="LiveId" clId="{8201657F-242A-4391-91FA-E0EFA185A3A9}" dt="2025-04-11T06:07:33.456" v="22" actId="47"/>
        <pc:sldMkLst>
          <pc:docMk/>
          <pc:sldMk cId="3219919111" sldId="283"/>
        </pc:sldMkLst>
      </pc:sldChg>
      <pc:sldChg chg="del">
        <pc:chgData name="Алексей Голубев" userId="3c8aa089e0d51831" providerId="LiveId" clId="{8201657F-242A-4391-91FA-E0EFA185A3A9}" dt="2025-04-11T06:07:33.631" v="23" actId="47"/>
        <pc:sldMkLst>
          <pc:docMk/>
          <pc:sldMk cId="3962314782" sldId="284"/>
        </pc:sldMkLst>
      </pc:sldChg>
      <pc:sldChg chg="del">
        <pc:chgData name="Алексей Голубев" userId="3c8aa089e0d51831" providerId="LiveId" clId="{8201657F-242A-4391-91FA-E0EFA185A3A9}" dt="2025-04-11T06:07:35.579" v="33" actId="47"/>
        <pc:sldMkLst>
          <pc:docMk/>
          <pc:sldMk cId="3518771019" sldId="285"/>
        </pc:sldMkLst>
      </pc:sldChg>
      <pc:sldChg chg="del">
        <pc:chgData name="Алексей Голубев" userId="3c8aa089e0d51831" providerId="LiveId" clId="{8201657F-242A-4391-91FA-E0EFA185A3A9}" dt="2025-04-11T06:07:34.873" v="30" actId="47"/>
        <pc:sldMkLst>
          <pc:docMk/>
          <pc:sldMk cId="129572966" sldId="286"/>
        </pc:sldMkLst>
      </pc:sldChg>
      <pc:sldChg chg="del">
        <pc:chgData name="Алексей Голубев" userId="3c8aa089e0d51831" providerId="LiveId" clId="{8201657F-242A-4391-91FA-E0EFA185A3A9}" dt="2025-04-11T06:07:34.685" v="29" actId="47"/>
        <pc:sldMkLst>
          <pc:docMk/>
          <pc:sldMk cId="2634952932" sldId="287"/>
        </pc:sldMkLst>
      </pc:sldChg>
      <pc:sldChg chg="del">
        <pc:chgData name="Алексей Голубев" userId="3c8aa089e0d51831" providerId="LiveId" clId="{8201657F-242A-4391-91FA-E0EFA185A3A9}" dt="2025-04-11T06:07:34.522" v="28" actId="47"/>
        <pc:sldMkLst>
          <pc:docMk/>
          <pc:sldMk cId="3488991532" sldId="288"/>
        </pc:sldMkLst>
      </pc:sldChg>
      <pc:sldChg chg="del">
        <pc:chgData name="Алексей Голубев" userId="3c8aa089e0d51831" providerId="LiveId" clId="{8201657F-242A-4391-91FA-E0EFA185A3A9}" dt="2025-04-11T06:07:34.337" v="27" actId="47"/>
        <pc:sldMkLst>
          <pc:docMk/>
          <pc:sldMk cId="66126361" sldId="289"/>
        </pc:sldMkLst>
      </pc:sldChg>
      <pc:sldChg chg="del">
        <pc:chgData name="Алексей Голубев" userId="3c8aa089e0d51831" providerId="LiveId" clId="{8201657F-242A-4391-91FA-E0EFA185A3A9}" dt="2025-04-11T06:07:35.752" v="34" actId="47"/>
        <pc:sldMkLst>
          <pc:docMk/>
          <pc:sldMk cId="2029517723" sldId="290"/>
        </pc:sldMkLst>
      </pc:sldChg>
      <pc:sldChg chg="del">
        <pc:chgData name="Алексей Голубев" userId="3c8aa089e0d51831" providerId="LiveId" clId="{8201657F-242A-4391-91FA-E0EFA185A3A9}" dt="2025-04-11T06:07:35.421" v="32" actId="47"/>
        <pc:sldMkLst>
          <pc:docMk/>
          <pc:sldMk cId="2408601236" sldId="291"/>
        </pc:sldMkLst>
      </pc:sldChg>
      <pc:sldChg chg="del">
        <pc:chgData name="Алексей Голубев" userId="3c8aa089e0d51831" providerId="LiveId" clId="{8201657F-242A-4391-91FA-E0EFA185A3A9}" dt="2025-04-11T06:07:35.234" v="31" actId="47"/>
        <pc:sldMkLst>
          <pc:docMk/>
          <pc:sldMk cId="1345945712" sldId="292"/>
        </pc:sldMkLst>
      </pc:sldChg>
      <pc:sldChg chg="del">
        <pc:chgData name="Алексей Голубев" userId="3c8aa089e0d51831" providerId="LiveId" clId="{8201657F-242A-4391-91FA-E0EFA185A3A9}" dt="2025-04-11T06:07:37.616" v="38" actId="47"/>
        <pc:sldMkLst>
          <pc:docMk/>
          <pc:sldMk cId="434579179" sldId="293"/>
        </pc:sldMkLst>
      </pc:sldChg>
      <pc:sldChg chg="del">
        <pc:chgData name="Алексей Голубев" userId="3c8aa089e0d51831" providerId="LiveId" clId="{8201657F-242A-4391-91FA-E0EFA185A3A9}" dt="2025-04-11T06:07:37.415" v="37" actId="47"/>
        <pc:sldMkLst>
          <pc:docMk/>
          <pc:sldMk cId="3563283970" sldId="294"/>
        </pc:sldMkLst>
      </pc:sldChg>
      <pc:sldChg chg="del">
        <pc:chgData name="Алексей Голубев" userId="3c8aa089e0d51831" providerId="LiveId" clId="{8201657F-242A-4391-91FA-E0EFA185A3A9}" dt="2025-04-11T06:07:37.187" v="36" actId="47"/>
        <pc:sldMkLst>
          <pc:docMk/>
          <pc:sldMk cId="1808780066" sldId="295"/>
        </pc:sldMkLst>
      </pc:sldChg>
      <pc:sldChg chg="del">
        <pc:chgData name="Алексей Голубев" userId="3c8aa089e0d51831" providerId="LiveId" clId="{8201657F-242A-4391-91FA-E0EFA185A3A9}" dt="2025-04-11T06:07:35.932" v="35" actId="47"/>
        <pc:sldMkLst>
          <pc:docMk/>
          <pc:sldMk cId="1071158316" sldId="296"/>
        </pc:sldMkLst>
      </pc:sldChg>
      <pc:sldChg chg="del">
        <pc:chgData name="Алексей Голубев" userId="3c8aa089e0d51831" providerId="LiveId" clId="{8201657F-242A-4391-91FA-E0EFA185A3A9}" dt="2025-04-11T06:07:37.810" v="39" actId="47"/>
        <pc:sldMkLst>
          <pc:docMk/>
          <pc:sldMk cId="1728234664" sldId="297"/>
        </pc:sldMkLst>
      </pc:sldChg>
      <pc:sldChg chg="del">
        <pc:chgData name="Алексей Голубев" userId="3c8aa089e0d51831" providerId="LiveId" clId="{8201657F-242A-4391-91FA-E0EFA185A3A9}" dt="2025-04-11T06:07:37.967" v="40" actId="47"/>
        <pc:sldMkLst>
          <pc:docMk/>
          <pc:sldMk cId="2667963927" sldId="298"/>
        </pc:sldMkLst>
      </pc:sldChg>
      <pc:sldChg chg="del">
        <pc:chgData name="Алексей Голубев" userId="3c8aa089e0d51831" providerId="LiveId" clId="{8201657F-242A-4391-91FA-E0EFA185A3A9}" dt="2025-04-11T06:07:38.171" v="41" actId="47"/>
        <pc:sldMkLst>
          <pc:docMk/>
          <pc:sldMk cId="2957977102" sldId="299"/>
        </pc:sldMkLst>
      </pc:sldChg>
      <pc:sldChg chg="del">
        <pc:chgData name="Алексей Голубев" userId="3c8aa089e0d51831" providerId="LiveId" clId="{8201657F-242A-4391-91FA-E0EFA185A3A9}" dt="2025-04-11T06:07:38.329" v="42" actId="47"/>
        <pc:sldMkLst>
          <pc:docMk/>
          <pc:sldMk cId="1013894796" sldId="300"/>
        </pc:sldMkLst>
      </pc:sldChg>
      <pc:sldChg chg="del">
        <pc:chgData name="Алексей Голубев" userId="3c8aa089e0d51831" providerId="LiveId" clId="{8201657F-242A-4391-91FA-E0EFA185A3A9}" dt="2025-04-11T06:07:38.487" v="43" actId="47"/>
        <pc:sldMkLst>
          <pc:docMk/>
          <pc:sldMk cId="2634352762" sldId="301"/>
        </pc:sldMkLst>
      </pc:sldChg>
      <pc:sldChg chg="del">
        <pc:chgData name="Алексей Голубев" userId="3c8aa089e0d51831" providerId="LiveId" clId="{8201657F-242A-4391-91FA-E0EFA185A3A9}" dt="2025-04-11T06:07:38.674" v="44" actId="47"/>
        <pc:sldMkLst>
          <pc:docMk/>
          <pc:sldMk cId="2188102445" sldId="302"/>
        </pc:sldMkLst>
      </pc:sldChg>
      <pc:sldChg chg="del">
        <pc:chgData name="Алексей Голубев" userId="3c8aa089e0d51831" providerId="LiveId" clId="{8201657F-242A-4391-91FA-E0EFA185A3A9}" dt="2025-04-11T06:07:38.846" v="45" actId="47"/>
        <pc:sldMkLst>
          <pc:docMk/>
          <pc:sldMk cId="1842518601" sldId="303"/>
        </pc:sldMkLst>
      </pc:sldChg>
      <pc:sldChg chg="del">
        <pc:chgData name="Алексей Голубев" userId="3c8aa089e0d51831" providerId="LiveId" clId="{8201657F-242A-4391-91FA-E0EFA185A3A9}" dt="2025-04-11T06:07:39.038" v="46" actId="47"/>
        <pc:sldMkLst>
          <pc:docMk/>
          <pc:sldMk cId="3925546899" sldId="304"/>
        </pc:sldMkLst>
      </pc:sldChg>
      <pc:sldChg chg="del">
        <pc:chgData name="Алексей Голубев" userId="3c8aa089e0d51831" providerId="LiveId" clId="{8201657F-242A-4391-91FA-E0EFA185A3A9}" dt="2025-04-11T06:07:39.743" v="48" actId="47"/>
        <pc:sldMkLst>
          <pc:docMk/>
          <pc:sldMk cId="2108476145" sldId="305"/>
        </pc:sldMkLst>
      </pc:sldChg>
      <pc:sldChg chg="del">
        <pc:chgData name="Алексей Голубев" userId="3c8aa089e0d51831" providerId="LiveId" clId="{8201657F-242A-4391-91FA-E0EFA185A3A9}" dt="2025-04-11T06:07:45.545" v="64" actId="47"/>
        <pc:sldMkLst>
          <pc:docMk/>
          <pc:sldMk cId="2580307759" sldId="306"/>
        </pc:sldMkLst>
      </pc:sldChg>
      <pc:sldChg chg="del">
        <pc:chgData name="Алексей Голубев" userId="3c8aa089e0d51831" providerId="LiveId" clId="{8201657F-242A-4391-91FA-E0EFA185A3A9}" dt="2025-04-11T06:07:46.158" v="67" actId="47"/>
        <pc:sldMkLst>
          <pc:docMk/>
          <pc:sldMk cId="1568362379" sldId="307"/>
        </pc:sldMkLst>
      </pc:sldChg>
      <pc:sldChg chg="del">
        <pc:chgData name="Алексей Голубев" userId="3c8aa089e0d51831" providerId="LiveId" clId="{8201657F-242A-4391-91FA-E0EFA185A3A9}" dt="2025-04-11T06:07:46.347" v="68" actId="47"/>
        <pc:sldMkLst>
          <pc:docMk/>
          <pc:sldMk cId="1227254241" sldId="308"/>
        </pc:sldMkLst>
      </pc:sldChg>
      <pc:sldChg chg="del">
        <pc:chgData name="Алексей Голубев" userId="3c8aa089e0d51831" providerId="LiveId" clId="{8201657F-242A-4391-91FA-E0EFA185A3A9}" dt="2025-04-11T06:07:46.632" v="69" actId="47"/>
        <pc:sldMkLst>
          <pc:docMk/>
          <pc:sldMk cId="4096707115" sldId="309"/>
        </pc:sldMkLst>
      </pc:sldChg>
      <pc:sldChg chg="del">
        <pc:chgData name="Алексей Голубев" userId="3c8aa089e0d51831" providerId="LiveId" clId="{8201657F-242A-4391-91FA-E0EFA185A3A9}" dt="2025-04-11T06:07:46.803" v="70" actId="47"/>
        <pc:sldMkLst>
          <pc:docMk/>
          <pc:sldMk cId="1430098411" sldId="310"/>
        </pc:sldMkLst>
      </pc:sldChg>
      <pc:sldChg chg="del">
        <pc:chgData name="Алексей Голубев" userId="3c8aa089e0d51831" providerId="LiveId" clId="{8201657F-242A-4391-91FA-E0EFA185A3A9}" dt="2025-04-11T06:07:50.379" v="90" actId="47"/>
        <pc:sldMkLst>
          <pc:docMk/>
          <pc:sldMk cId="57134433" sldId="311"/>
        </pc:sldMkLst>
      </pc:sldChg>
      <pc:sldChg chg="del">
        <pc:chgData name="Алексей Голубев" userId="3c8aa089e0d51831" providerId="LiveId" clId="{8201657F-242A-4391-91FA-E0EFA185A3A9}" dt="2025-04-11T06:07:47.150" v="72" actId="47"/>
        <pc:sldMkLst>
          <pc:docMk/>
          <pc:sldMk cId="878400169" sldId="313"/>
        </pc:sldMkLst>
      </pc:sldChg>
      <pc:sldChg chg="del">
        <pc:chgData name="Алексей Голубев" userId="3c8aa089e0d51831" providerId="LiveId" clId="{8201657F-242A-4391-91FA-E0EFA185A3A9}" dt="2025-04-11T06:07:39.208" v="47" actId="47"/>
        <pc:sldMkLst>
          <pc:docMk/>
          <pc:sldMk cId="3393301533" sldId="314"/>
        </pc:sldMkLst>
      </pc:sldChg>
      <pc:sldChg chg="del">
        <pc:chgData name="Алексей Голубев" userId="3c8aa089e0d51831" providerId="LiveId" clId="{8201657F-242A-4391-91FA-E0EFA185A3A9}" dt="2025-04-11T06:07:50" v="88" actId="47"/>
        <pc:sldMkLst>
          <pc:docMk/>
          <pc:sldMk cId="3638007257" sldId="315"/>
        </pc:sldMkLst>
      </pc:sldChg>
      <pc:sldChg chg="del">
        <pc:chgData name="Алексей Голубев" userId="3c8aa089e0d51831" providerId="LiveId" clId="{8201657F-242A-4391-91FA-E0EFA185A3A9}" dt="2025-04-11T06:07:47.369" v="73" actId="47"/>
        <pc:sldMkLst>
          <pc:docMk/>
          <pc:sldMk cId="3376595873" sldId="316"/>
        </pc:sldMkLst>
      </pc:sldChg>
      <pc:sldChg chg="del">
        <pc:chgData name="Алексей Голубев" userId="3c8aa089e0d51831" providerId="LiveId" clId="{8201657F-242A-4391-91FA-E0EFA185A3A9}" dt="2025-04-11T06:07:47.559" v="74" actId="47"/>
        <pc:sldMkLst>
          <pc:docMk/>
          <pc:sldMk cId="3792441124" sldId="317"/>
        </pc:sldMkLst>
      </pc:sldChg>
      <pc:sldChg chg="del">
        <pc:chgData name="Алексей Голубев" userId="3c8aa089e0d51831" providerId="LiveId" clId="{8201657F-242A-4391-91FA-E0EFA185A3A9}" dt="2025-04-11T06:07:47.716" v="75" actId="47"/>
        <pc:sldMkLst>
          <pc:docMk/>
          <pc:sldMk cId="525318656" sldId="318"/>
        </pc:sldMkLst>
      </pc:sldChg>
      <pc:sldChg chg="del">
        <pc:chgData name="Алексей Голубев" userId="3c8aa089e0d51831" providerId="LiveId" clId="{8201657F-242A-4391-91FA-E0EFA185A3A9}" dt="2025-04-11T06:07:47.872" v="76" actId="47"/>
        <pc:sldMkLst>
          <pc:docMk/>
          <pc:sldMk cId="3105453353" sldId="319"/>
        </pc:sldMkLst>
      </pc:sldChg>
      <pc:sldChg chg="del">
        <pc:chgData name="Алексей Голубев" userId="3c8aa089e0d51831" providerId="LiveId" clId="{8201657F-242A-4391-91FA-E0EFA185A3A9}" dt="2025-04-11T06:07:48.039" v="77" actId="47"/>
        <pc:sldMkLst>
          <pc:docMk/>
          <pc:sldMk cId="3990500580" sldId="320"/>
        </pc:sldMkLst>
      </pc:sldChg>
      <pc:sldChg chg="del">
        <pc:chgData name="Алексей Голубев" userId="3c8aa089e0d51831" providerId="LiveId" clId="{8201657F-242A-4391-91FA-E0EFA185A3A9}" dt="2025-04-11T06:07:48.195" v="78" actId="47"/>
        <pc:sldMkLst>
          <pc:docMk/>
          <pc:sldMk cId="4009184896" sldId="321"/>
        </pc:sldMkLst>
      </pc:sldChg>
      <pc:sldChg chg="del">
        <pc:chgData name="Алексей Голубев" userId="3c8aa089e0d51831" providerId="LiveId" clId="{8201657F-242A-4391-91FA-E0EFA185A3A9}" dt="2025-04-11T06:07:48.355" v="79" actId="47"/>
        <pc:sldMkLst>
          <pc:docMk/>
          <pc:sldMk cId="3463735975" sldId="322"/>
        </pc:sldMkLst>
      </pc:sldChg>
      <pc:sldChg chg="del">
        <pc:chgData name="Алексей Голубев" userId="3c8aa089e0d51831" providerId="LiveId" clId="{8201657F-242A-4391-91FA-E0EFA185A3A9}" dt="2025-04-11T06:07:48.472" v="80" actId="47"/>
        <pc:sldMkLst>
          <pc:docMk/>
          <pc:sldMk cId="2250259958" sldId="323"/>
        </pc:sldMkLst>
      </pc:sldChg>
      <pc:sldChg chg="del">
        <pc:chgData name="Алексей Голубев" userId="3c8aa089e0d51831" providerId="LiveId" clId="{8201657F-242A-4391-91FA-E0EFA185A3A9}" dt="2025-04-11T06:07:39.869" v="49" actId="47"/>
        <pc:sldMkLst>
          <pc:docMk/>
          <pc:sldMk cId="0" sldId="324"/>
        </pc:sldMkLst>
      </pc:sldChg>
      <pc:sldChg chg="del">
        <pc:chgData name="Алексей Голубев" userId="3c8aa089e0d51831" providerId="LiveId" clId="{8201657F-242A-4391-91FA-E0EFA185A3A9}" dt="2025-04-11T06:07:40.045" v="50" actId="47"/>
        <pc:sldMkLst>
          <pc:docMk/>
          <pc:sldMk cId="0" sldId="325"/>
        </pc:sldMkLst>
      </pc:sldChg>
      <pc:sldChg chg="del">
        <pc:chgData name="Алексей Голубев" userId="3c8aa089e0d51831" providerId="LiveId" clId="{8201657F-242A-4391-91FA-E0EFA185A3A9}" dt="2025-04-11T06:07:40.184" v="51" actId="47"/>
        <pc:sldMkLst>
          <pc:docMk/>
          <pc:sldMk cId="0" sldId="327"/>
        </pc:sldMkLst>
      </pc:sldChg>
      <pc:sldChg chg="del">
        <pc:chgData name="Алексей Голубев" userId="3c8aa089e0d51831" providerId="LiveId" clId="{8201657F-242A-4391-91FA-E0EFA185A3A9}" dt="2025-04-11T06:07:40.372" v="52" actId="47"/>
        <pc:sldMkLst>
          <pc:docMk/>
          <pc:sldMk cId="0" sldId="328"/>
        </pc:sldMkLst>
      </pc:sldChg>
      <pc:sldChg chg="del">
        <pc:chgData name="Алексей Голубев" userId="3c8aa089e0d51831" providerId="LiveId" clId="{8201657F-242A-4391-91FA-E0EFA185A3A9}" dt="2025-04-11T06:07:40.513" v="53" actId="47"/>
        <pc:sldMkLst>
          <pc:docMk/>
          <pc:sldMk cId="0" sldId="329"/>
        </pc:sldMkLst>
      </pc:sldChg>
      <pc:sldChg chg="del">
        <pc:chgData name="Алексей Голубев" userId="3c8aa089e0d51831" providerId="LiveId" clId="{8201657F-242A-4391-91FA-E0EFA185A3A9}" dt="2025-04-11T06:07:41.173" v="54" actId="47"/>
        <pc:sldMkLst>
          <pc:docMk/>
          <pc:sldMk cId="0" sldId="330"/>
        </pc:sldMkLst>
      </pc:sldChg>
      <pc:sldChg chg="del">
        <pc:chgData name="Алексей Голубев" userId="3c8aa089e0d51831" providerId="LiveId" clId="{8201657F-242A-4391-91FA-E0EFA185A3A9}" dt="2025-04-11T06:07:41.457" v="55" actId="47"/>
        <pc:sldMkLst>
          <pc:docMk/>
          <pc:sldMk cId="0" sldId="331"/>
        </pc:sldMkLst>
      </pc:sldChg>
      <pc:sldChg chg="del">
        <pc:chgData name="Алексей Голубев" userId="3c8aa089e0d51831" providerId="LiveId" clId="{8201657F-242A-4391-91FA-E0EFA185A3A9}" dt="2025-04-11T06:07:41.898" v="57" actId="47"/>
        <pc:sldMkLst>
          <pc:docMk/>
          <pc:sldMk cId="0" sldId="333"/>
        </pc:sldMkLst>
      </pc:sldChg>
      <pc:sldChg chg="del">
        <pc:chgData name="Алексей Голубев" userId="3c8aa089e0d51831" providerId="LiveId" clId="{8201657F-242A-4391-91FA-E0EFA185A3A9}" dt="2025-04-11T06:07:42.591" v="58" actId="47"/>
        <pc:sldMkLst>
          <pc:docMk/>
          <pc:sldMk cId="0" sldId="334"/>
        </pc:sldMkLst>
      </pc:sldChg>
      <pc:sldChg chg="del">
        <pc:chgData name="Алексей Голубев" userId="3c8aa089e0d51831" providerId="LiveId" clId="{8201657F-242A-4391-91FA-E0EFA185A3A9}" dt="2025-04-11T06:07:42.811" v="59" actId="47"/>
        <pc:sldMkLst>
          <pc:docMk/>
          <pc:sldMk cId="0" sldId="335"/>
        </pc:sldMkLst>
      </pc:sldChg>
      <pc:sldChg chg="del">
        <pc:chgData name="Алексей Голубев" userId="3c8aa089e0d51831" providerId="LiveId" clId="{8201657F-242A-4391-91FA-E0EFA185A3A9}" dt="2025-04-11T06:07:43.896" v="62" actId="47"/>
        <pc:sldMkLst>
          <pc:docMk/>
          <pc:sldMk cId="0" sldId="336"/>
        </pc:sldMkLst>
      </pc:sldChg>
      <pc:sldChg chg="del">
        <pc:chgData name="Алексей Голубев" userId="3c8aa089e0d51831" providerId="LiveId" clId="{8201657F-242A-4391-91FA-E0EFA185A3A9}" dt="2025-04-11T06:07:44.163" v="63" actId="47"/>
        <pc:sldMkLst>
          <pc:docMk/>
          <pc:sldMk cId="0" sldId="337"/>
        </pc:sldMkLst>
      </pc:sldChg>
      <pc:sldChg chg="del">
        <pc:chgData name="Алексей Голубев" userId="3c8aa089e0d51831" providerId="LiveId" clId="{8201657F-242A-4391-91FA-E0EFA185A3A9}" dt="2025-04-11T06:07:41.678" v="56" actId="47"/>
        <pc:sldMkLst>
          <pc:docMk/>
          <pc:sldMk cId="0" sldId="338"/>
        </pc:sldMkLst>
      </pc:sldChg>
      <pc:sldChg chg="del">
        <pc:chgData name="Алексей Голубев" userId="3c8aa089e0d51831" providerId="LiveId" clId="{8201657F-242A-4391-91FA-E0EFA185A3A9}" dt="2025-04-11T06:07:45.985" v="66" actId="47"/>
        <pc:sldMkLst>
          <pc:docMk/>
          <pc:sldMk cId="126555831" sldId="341"/>
        </pc:sldMkLst>
      </pc:sldChg>
      <pc:sldChg chg="del">
        <pc:chgData name="Алексей Голубев" userId="3c8aa089e0d51831" providerId="LiveId" clId="{8201657F-242A-4391-91FA-E0EFA185A3A9}" dt="2025-04-11T06:07:45.781" v="65" actId="47"/>
        <pc:sldMkLst>
          <pc:docMk/>
          <pc:sldMk cId="128571744" sldId="342"/>
        </pc:sldMkLst>
      </pc:sldChg>
      <pc:sldChg chg="del">
        <pc:chgData name="Алексей Голубев" userId="3c8aa089e0d51831" providerId="LiveId" clId="{8201657F-242A-4391-91FA-E0EFA185A3A9}" dt="2025-04-11T06:07:46.977" v="71" actId="47"/>
        <pc:sldMkLst>
          <pc:docMk/>
          <pc:sldMk cId="965977335" sldId="345"/>
        </pc:sldMkLst>
      </pc:sldChg>
      <pc:sldChg chg="del">
        <pc:chgData name="Алексей Голубев" userId="3c8aa089e0d51831" providerId="LiveId" clId="{8201657F-242A-4391-91FA-E0EFA185A3A9}" dt="2025-04-11T06:07:48.632" v="81" actId="47"/>
        <pc:sldMkLst>
          <pc:docMk/>
          <pc:sldMk cId="2767471943" sldId="346"/>
        </pc:sldMkLst>
      </pc:sldChg>
      <pc:sldChg chg="del">
        <pc:chgData name="Алексей Голубев" userId="3c8aa089e0d51831" providerId="LiveId" clId="{8201657F-242A-4391-91FA-E0EFA185A3A9}" dt="2025-04-11T06:07:48.756" v="82" actId="47"/>
        <pc:sldMkLst>
          <pc:docMk/>
          <pc:sldMk cId="4012869286" sldId="347"/>
        </pc:sldMkLst>
      </pc:sldChg>
      <pc:sldChg chg="del">
        <pc:chgData name="Алексей Голубев" userId="3c8aa089e0d51831" providerId="LiveId" clId="{8201657F-242A-4391-91FA-E0EFA185A3A9}" dt="2025-04-11T06:07:49.075" v="83" actId="47"/>
        <pc:sldMkLst>
          <pc:docMk/>
          <pc:sldMk cId="3515343925" sldId="348"/>
        </pc:sldMkLst>
      </pc:sldChg>
      <pc:sldChg chg="del">
        <pc:chgData name="Алексей Голубев" userId="3c8aa089e0d51831" providerId="LiveId" clId="{8201657F-242A-4391-91FA-E0EFA185A3A9}" dt="2025-04-11T06:07:50.206" v="89" actId="47"/>
        <pc:sldMkLst>
          <pc:docMk/>
          <pc:sldMk cId="3882491021" sldId="349"/>
        </pc:sldMkLst>
      </pc:sldChg>
      <pc:sldChg chg="del">
        <pc:chgData name="Алексей Голубев" userId="3c8aa089e0d51831" providerId="LiveId" clId="{8201657F-242A-4391-91FA-E0EFA185A3A9}" dt="2025-04-11T06:07:49.340" v="84" actId="47"/>
        <pc:sldMkLst>
          <pc:docMk/>
          <pc:sldMk cId="829523912" sldId="350"/>
        </pc:sldMkLst>
      </pc:sldChg>
      <pc:sldChg chg="del">
        <pc:chgData name="Алексей Голубев" userId="3c8aa089e0d51831" providerId="LiveId" clId="{8201657F-242A-4391-91FA-E0EFA185A3A9}" dt="2025-04-11T06:07:49.510" v="85" actId="47"/>
        <pc:sldMkLst>
          <pc:docMk/>
          <pc:sldMk cId="3395548178" sldId="351"/>
        </pc:sldMkLst>
      </pc:sldChg>
      <pc:sldChg chg="del">
        <pc:chgData name="Алексей Голубев" userId="3c8aa089e0d51831" providerId="LiveId" clId="{8201657F-242A-4391-91FA-E0EFA185A3A9}" dt="2025-04-11T06:07:49.670" v="86" actId="47"/>
        <pc:sldMkLst>
          <pc:docMk/>
          <pc:sldMk cId="199183462" sldId="352"/>
        </pc:sldMkLst>
      </pc:sldChg>
      <pc:sldChg chg="del">
        <pc:chgData name="Алексей Голубев" userId="3c8aa089e0d51831" providerId="LiveId" clId="{8201657F-242A-4391-91FA-E0EFA185A3A9}" dt="2025-04-11T06:07:49.843" v="87" actId="47"/>
        <pc:sldMkLst>
          <pc:docMk/>
          <pc:sldMk cId="488220266" sldId="353"/>
        </pc:sldMkLst>
      </pc:sldChg>
      <pc:sldChg chg="del">
        <pc:chgData name="Алексей Голубев" userId="3c8aa089e0d51831" providerId="LiveId" clId="{8201657F-242A-4391-91FA-E0EFA185A3A9}" dt="2025-04-11T06:07:50.538" v="91" actId="47"/>
        <pc:sldMkLst>
          <pc:docMk/>
          <pc:sldMk cId="2794362475" sldId="354"/>
        </pc:sldMkLst>
      </pc:sldChg>
      <pc:sldChg chg="del">
        <pc:chgData name="Алексей Голубев" userId="3c8aa089e0d51831" providerId="LiveId" clId="{8201657F-242A-4391-91FA-E0EFA185A3A9}" dt="2025-04-11T06:07:50.710" v="92" actId="47"/>
        <pc:sldMkLst>
          <pc:docMk/>
          <pc:sldMk cId="2718664084" sldId="355"/>
        </pc:sldMkLst>
      </pc:sldChg>
      <pc:sldChg chg="del">
        <pc:chgData name="Алексей Голубев" userId="3c8aa089e0d51831" providerId="LiveId" clId="{8201657F-242A-4391-91FA-E0EFA185A3A9}" dt="2025-04-11T06:07:50.885" v="93" actId="47"/>
        <pc:sldMkLst>
          <pc:docMk/>
          <pc:sldMk cId="3180331752" sldId="356"/>
        </pc:sldMkLst>
      </pc:sldChg>
      <pc:sldChg chg="del">
        <pc:chgData name="Алексей Голубев" userId="3c8aa089e0d51831" providerId="LiveId" clId="{8201657F-242A-4391-91FA-E0EFA185A3A9}" dt="2025-04-11T06:07:51.058" v="94" actId="47"/>
        <pc:sldMkLst>
          <pc:docMk/>
          <pc:sldMk cId="382668830" sldId="357"/>
        </pc:sldMkLst>
      </pc:sldChg>
      <pc:sldChg chg="del">
        <pc:chgData name="Алексей Голубев" userId="3c8aa089e0d51831" providerId="LiveId" clId="{8201657F-242A-4391-91FA-E0EFA185A3A9}" dt="2025-04-11T06:07:51.210" v="95" actId="47"/>
        <pc:sldMkLst>
          <pc:docMk/>
          <pc:sldMk cId="3264172942" sldId="358"/>
        </pc:sldMkLst>
      </pc:sldChg>
      <pc:sldChg chg="del">
        <pc:chgData name="Алексей Голубев" userId="3c8aa089e0d51831" providerId="LiveId" clId="{8201657F-242A-4391-91FA-E0EFA185A3A9}" dt="2025-04-11T06:07:51.391" v="96" actId="47"/>
        <pc:sldMkLst>
          <pc:docMk/>
          <pc:sldMk cId="2593667782" sldId="359"/>
        </pc:sldMkLst>
      </pc:sldChg>
      <pc:sldChg chg="del">
        <pc:chgData name="Алексей Голубев" userId="3c8aa089e0d51831" providerId="LiveId" clId="{8201657F-242A-4391-91FA-E0EFA185A3A9}" dt="2025-04-11T06:07:51.546" v="97" actId="47"/>
        <pc:sldMkLst>
          <pc:docMk/>
          <pc:sldMk cId="22102921" sldId="360"/>
        </pc:sldMkLst>
      </pc:sldChg>
      <pc:sldChg chg="del">
        <pc:chgData name="Алексей Голубев" userId="3c8aa089e0d51831" providerId="LiveId" clId="{8201657F-242A-4391-91FA-E0EFA185A3A9}" dt="2025-04-11T06:07:51.736" v="98" actId="47"/>
        <pc:sldMkLst>
          <pc:docMk/>
          <pc:sldMk cId="2336835782" sldId="361"/>
        </pc:sldMkLst>
      </pc:sldChg>
      <pc:sldChg chg="del">
        <pc:chgData name="Алексей Голубев" userId="3c8aa089e0d51831" providerId="LiveId" clId="{8201657F-242A-4391-91FA-E0EFA185A3A9}" dt="2025-04-11T06:07:51.909" v="99" actId="47"/>
        <pc:sldMkLst>
          <pc:docMk/>
          <pc:sldMk cId="3929506471" sldId="362"/>
        </pc:sldMkLst>
      </pc:sldChg>
      <pc:sldChg chg="del">
        <pc:chgData name="Алексей Голубев" userId="3c8aa089e0d51831" providerId="LiveId" clId="{8201657F-242A-4391-91FA-E0EFA185A3A9}" dt="2025-04-11T06:07:52.099" v="100" actId="47"/>
        <pc:sldMkLst>
          <pc:docMk/>
          <pc:sldMk cId="2739083828" sldId="363"/>
        </pc:sldMkLst>
      </pc:sldChg>
      <pc:sldChg chg="del">
        <pc:chgData name="Алексей Голубев" userId="3c8aa089e0d51831" providerId="LiveId" clId="{8201657F-242A-4391-91FA-E0EFA185A3A9}" dt="2025-04-11T06:07:53.215" v="101" actId="47"/>
        <pc:sldMkLst>
          <pc:docMk/>
          <pc:sldMk cId="3220360195" sldId="364"/>
        </pc:sldMkLst>
      </pc:sldChg>
      <pc:sldChg chg="modSp add mod ord">
        <pc:chgData name="Алексей Голубев" userId="3c8aa089e0d51831" providerId="LiveId" clId="{8201657F-242A-4391-91FA-E0EFA185A3A9}" dt="2025-04-11T06:28:49.308" v="478"/>
        <pc:sldMkLst>
          <pc:docMk/>
          <pc:sldMk cId="2321842384" sldId="416"/>
        </pc:sldMkLst>
        <pc:spChg chg="mod">
          <ac:chgData name="Алексей Голубев" userId="3c8aa089e0d51831" providerId="LiveId" clId="{8201657F-242A-4391-91FA-E0EFA185A3A9}" dt="2025-04-11T06:19:04.273" v="123" actId="14100"/>
          <ac:spMkLst>
            <pc:docMk/>
            <pc:sldMk cId="2321842384" sldId="416"/>
            <ac:spMk id="53" creationId="{E9A1FE15-F4AF-449A-AB3F-E6F1F02CF6D8}"/>
          </ac:spMkLst>
        </pc:spChg>
      </pc:sldChg>
      <pc:sldChg chg="add">
        <pc:chgData name="Алексей Голубев" userId="3c8aa089e0d51831" providerId="LiveId" clId="{8201657F-242A-4391-91FA-E0EFA185A3A9}" dt="2025-04-11T06:20:33.255" v="124"/>
        <pc:sldMkLst>
          <pc:docMk/>
          <pc:sldMk cId="1559914726" sldId="417"/>
        </pc:sldMkLst>
      </pc:sldChg>
      <pc:sldChg chg="add">
        <pc:chgData name="Алексей Голубев" userId="3c8aa089e0d51831" providerId="LiveId" clId="{8201657F-242A-4391-91FA-E0EFA185A3A9}" dt="2025-04-11T06:20:35.140" v="125"/>
        <pc:sldMkLst>
          <pc:docMk/>
          <pc:sldMk cId="1208481960" sldId="418"/>
        </pc:sldMkLst>
      </pc:sldChg>
      <pc:sldChg chg="addSp delSp modSp add mod">
        <pc:chgData name="Алексей Голубев" userId="3c8aa089e0d51831" providerId="LiveId" clId="{8201657F-242A-4391-91FA-E0EFA185A3A9}" dt="2025-04-11T06:26:46.806" v="314" actId="1076"/>
        <pc:sldMkLst>
          <pc:docMk/>
          <pc:sldMk cId="992433731" sldId="419"/>
        </pc:sldMkLst>
        <pc:spChg chg="mod">
          <ac:chgData name="Алексей Голубев" userId="3c8aa089e0d51831" providerId="LiveId" clId="{8201657F-242A-4391-91FA-E0EFA185A3A9}" dt="2025-04-11T06:26:21.599" v="313" actId="207"/>
          <ac:spMkLst>
            <pc:docMk/>
            <pc:sldMk cId="992433731" sldId="419"/>
            <ac:spMk id="53" creationId="{E9A1FE15-F4AF-449A-AB3F-E6F1F02CF6D8}"/>
          </ac:spMkLst>
        </pc:spChg>
        <pc:spChg chg="add mod">
          <ac:chgData name="Алексей Голубев" userId="3c8aa089e0d51831" providerId="LiveId" clId="{8201657F-242A-4391-91FA-E0EFA185A3A9}" dt="2025-04-11T06:26:46.806" v="314" actId="1076"/>
          <ac:spMkLst>
            <pc:docMk/>
            <pc:sldMk cId="992433731" sldId="419"/>
            <ac:spMk id="54" creationId="{FF60A987-3F57-4AFD-9A5F-5AA59234AC71}"/>
          </ac:spMkLst>
        </pc:spChg>
        <pc:picChg chg="del">
          <ac:chgData name="Алексей Голубев" userId="3c8aa089e0d51831" providerId="LiveId" clId="{8201657F-242A-4391-91FA-E0EFA185A3A9}" dt="2025-04-11T06:23:10.992" v="127" actId="478"/>
          <ac:picMkLst>
            <pc:docMk/>
            <pc:sldMk cId="992433731" sldId="419"/>
            <ac:picMk id="3" creationId="{30F27686-9B4E-4D5A-B58B-8C265B75D530}"/>
          </ac:picMkLst>
        </pc:picChg>
      </pc:sldChg>
      <pc:sldChg chg="addSp delSp modSp add mod">
        <pc:chgData name="Алексей Голубев" userId="3c8aa089e0d51831" providerId="LiveId" clId="{8201657F-242A-4391-91FA-E0EFA185A3A9}" dt="2025-04-11T06:30:13.417" v="483" actId="1076"/>
        <pc:sldMkLst>
          <pc:docMk/>
          <pc:sldMk cId="2220434090" sldId="420"/>
        </pc:sldMkLst>
        <pc:spChg chg="mod">
          <ac:chgData name="Алексей Голубев" userId="3c8aa089e0d51831" providerId="LiveId" clId="{8201657F-242A-4391-91FA-E0EFA185A3A9}" dt="2025-04-11T06:27:29.858" v="331" actId="207"/>
          <ac:spMkLst>
            <pc:docMk/>
            <pc:sldMk cId="2220434090" sldId="420"/>
            <ac:spMk id="53" creationId="{E9A1FE15-F4AF-449A-AB3F-E6F1F02CF6D8}"/>
          </ac:spMkLst>
        </pc:spChg>
        <pc:spChg chg="add mod">
          <ac:chgData name="Алексей Голубев" userId="3c8aa089e0d51831" providerId="LiveId" clId="{8201657F-242A-4391-91FA-E0EFA185A3A9}" dt="2025-04-11T06:30:13.417" v="483" actId="1076"/>
          <ac:spMkLst>
            <pc:docMk/>
            <pc:sldMk cId="2220434090" sldId="420"/>
            <ac:spMk id="54" creationId="{5C3E2D4D-B7DE-4DA8-9C6A-7ECA4765BD42}"/>
          </ac:spMkLst>
        </pc:spChg>
        <pc:picChg chg="del">
          <ac:chgData name="Алексей Голубев" userId="3c8aa089e0d51831" providerId="LiveId" clId="{8201657F-242A-4391-91FA-E0EFA185A3A9}" dt="2025-04-11T06:27:06.821" v="327" actId="478"/>
          <ac:picMkLst>
            <pc:docMk/>
            <pc:sldMk cId="2220434090" sldId="420"/>
            <ac:picMk id="3" creationId="{30F27686-9B4E-4D5A-B58B-8C265B75D530}"/>
          </ac:picMkLst>
        </pc:picChg>
      </pc:sldChg>
    </pc:docChg>
  </pc:docChgLst>
  <pc:docChgLst>
    <pc:chgData name="Алексей Голубев" userId="3c8aa089e0d51831" providerId="LiveId" clId="{90C5C133-E6AE-4343-A044-CFE890312162}"/>
    <pc:docChg chg="undo custSel addSld delSld modSld">
      <pc:chgData name="Алексей Голубев" userId="3c8aa089e0d51831" providerId="LiveId" clId="{90C5C133-E6AE-4343-A044-CFE890312162}" dt="2025-04-04T08:21:15.113" v="1769" actId="1076"/>
      <pc:docMkLst>
        <pc:docMk/>
      </pc:docMkLst>
      <pc:sldChg chg="addSp delSp modSp mod">
        <pc:chgData name="Алексей Голубев" userId="3c8aa089e0d51831" providerId="LiveId" clId="{90C5C133-E6AE-4343-A044-CFE890312162}" dt="2025-04-03T22:51:54.208" v="186" actId="1076"/>
        <pc:sldMkLst>
          <pc:docMk/>
          <pc:sldMk cId="2580307759" sldId="306"/>
        </pc:sldMkLst>
        <pc:spChg chg="add del mod">
          <ac:chgData name="Алексей Голубев" userId="3c8aa089e0d51831" providerId="LiveId" clId="{90C5C133-E6AE-4343-A044-CFE890312162}" dt="2025-04-03T22:36:51.242" v="2" actId="478"/>
          <ac:spMkLst>
            <pc:docMk/>
            <pc:sldMk cId="2580307759" sldId="306"/>
            <ac:spMk id="48" creationId="{70EA02BE-D0CE-4A2B-A90C-A0B2408AE278}"/>
          </ac:spMkLst>
        </pc:spChg>
        <pc:spChg chg="add mod">
          <ac:chgData name="Алексей Голубев" userId="3c8aa089e0d51831" providerId="LiveId" clId="{90C5C133-E6AE-4343-A044-CFE890312162}" dt="2025-04-03T22:51:54.208" v="186" actId="1076"/>
          <ac:spMkLst>
            <pc:docMk/>
            <pc:sldMk cId="2580307759" sldId="306"/>
            <ac:spMk id="49" creationId="{49C305A3-B1C6-49F3-8FC4-EC055106C2C8}"/>
          </ac:spMkLst>
        </pc:spChg>
      </pc:sldChg>
      <pc:sldChg chg="addSp delSp modSp mod">
        <pc:chgData name="Алексей Голубев" userId="3c8aa089e0d51831" providerId="LiveId" clId="{90C5C133-E6AE-4343-A044-CFE890312162}" dt="2025-04-03T23:02:53.681" v="373" actId="11530"/>
        <pc:sldMkLst>
          <pc:docMk/>
          <pc:sldMk cId="1568362379" sldId="307"/>
        </pc:sldMkLst>
        <pc:spChg chg="add del mod">
          <ac:chgData name="Алексей Голубев" userId="3c8aa089e0d51831" providerId="LiveId" clId="{90C5C133-E6AE-4343-A044-CFE890312162}" dt="2025-04-03T23:01:52.422" v="365" actId="478"/>
          <ac:spMkLst>
            <pc:docMk/>
            <pc:sldMk cId="1568362379" sldId="307"/>
            <ac:spMk id="50" creationId="{334A6CFA-688C-4B87-8884-309B29866FAE}"/>
          </ac:spMkLst>
        </pc:spChg>
        <pc:spChg chg="del mod topLvl">
          <ac:chgData name="Алексей Голубев" userId="3c8aa089e0d51831" providerId="LiveId" clId="{90C5C133-E6AE-4343-A044-CFE890312162}" dt="2025-04-03T23:01:49.311" v="362" actId="478"/>
          <ac:spMkLst>
            <pc:docMk/>
            <pc:sldMk cId="1568362379" sldId="307"/>
            <ac:spMk id="54" creationId="{4B87361F-CACB-4D42-8B64-BEF718C41B28}"/>
          </ac:spMkLst>
        </pc:spChg>
        <pc:spChg chg="del mod topLvl">
          <ac:chgData name="Алексей Голубев" userId="3c8aa089e0d51831" providerId="LiveId" clId="{90C5C133-E6AE-4343-A044-CFE890312162}" dt="2025-04-03T22:55:38.781" v="203" actId="478"/>
          <ac:spMkLst>
            <pc:docMk/>
            <pc:sldMk cId="1568362379" sldId="307"/>
            <ac:spMk id="55" creationId="{49FDBB0B-DED1-40B6-8D76-C6B5A4359413}"/>
          </ac:spMkLst>
        </pc:spChg>
        <pc:spChg chg="mod">
          <ac:chgData name="Алексей Голубев" userId="3c8aa089e0d51831" providerId="LiveId" clId="{90C5C133-E6AE-4343-A044-CFE890312162}" dt="2025-04-03T22:56:02.525" v="207"/>
          <ac:spMkLst>
            <pc:docMk/>
            <pc:sldMk cId="1568362379" sldId="307"/>
            <ac:spMk id="57" creationId="{86908C2C-9444-4A5F-86CF-76714511577E}"/>
          </ac:spMkLst>
        </pc:spChg>
        <pc:spChg chg="mod">
          <ac:chgData name="Алексей Голубев" userId="3c8aa089e0d51831" providerId="LiveId" clId="{90C5C133-E6AE-4343-A044-CFE890312162}" dt="2025-04-03T22:56:02.525" v="207"/>
          <ac:spMkLst>
            <pc:docMk/>
            <pc:sldMk cId="1568362379" sldId="307"/>
            <ac:spMk id="58" creationId="{4072723D-B5C4-45B5-821B-D0472DC91B43}"/>
          </ac:spMkLst>
        </pc:spChg>
        <pc:spChg chg="mod">
          <ac:chgData name="Алексей Голубев" userId="3c8aa089e0d51831" providerId="LiveId" clId="{90C5C133-E6AE-4343-A044-CFE890312162}" dt="2025-04-03T22:56:29.807" v="211"/>
          <ac:spMkLst>
            <pc:docMk/>
            <pc:sldMk cId="1568362379" sldId="307"/>
            <ac:spMk id="60" creationId="{4982C861-BDA2-47CF-98C1-F9C3EE5FF8E3}"/>
          </ac:spMkLst>
        </pc:spChg>
        <pc:spChg chg="mod">
          <ac:chgData name="Алексей Голубев" userId="3c8aa089e0d51831" providerId="LiveId" clId="{90C5C133-E6AE-4343-A044-CFE890312162}" dt="2025-04-03T22:56:29.807" v="211"/>
          <ac:spMkLst>
            <pc:docMk/>
            <pc:sldMk cId="1568362379" sldId="307"/>
            <ac:spMk id="61" creationId="{AABC99F6-6644-46A3-AD15-79020B3FACD4}"/>
          </ac:spMkLst>
        </pc:spChg>
        <pc:spChg chg="add del mod">
          <ac:chgData name="Алексей Голубев" userId="3c8aa089e0d51831" providerId="LiveId" clId="{90C5C133-E6AE-4343-A044-CFE890312162}" dt="2025-04-03T23:01:50.569" v="363" actId="478"/>
          <ac:spMkLst>
            <pc:docMk/>
            <pc:sldMk cId="1568362379" sldId="307"/>
            <ac:spMk id="62" creationId="{59875572-FF6C-4FEE-8053-DE9EAA7854A5}"/>
          </ac:spMkLst>
        </pc:spChg>
        <pc:spChg chg="add del mod">
          <ac:chgData name="Алексей Голубев" userId="3c8aa089e0d51831" providerId="LiveId" clId="{90C5C133-E6AE-4343-A044-CFE890312162}" dt="2025-04-03T23:02:16.137" v="368"/>
          <ac:spMkLst>
            <pc:docMk/>
            <pc:sldMk cId="1568362379" sldId="307"/>
            <ac:spMk id="64" creationId="{20FDB153-BF6A-4D12-A827-F2744F40BFE0}"/>
          </ac:spMkLst>
        </pc:spChg>
        <pc:spChg chg="mod">
          <ac:chgData name="Алексей Голубев" userId="3c8aa089e0d51831" providerId="LiveId" clId="{90C5C133-E6AE-4343-A044-CFE890312162}" dt="2025-04-03T23:02:22.422" v="369"/>
          <ac:spMkLst>
            <pc:docMk/>
            <pc:sldMk cId="1568362379" sldId="307"/>
            <ac:spMk id="66" creationId="{69B5E37D-3FC2-49CE-B0FC-CAB5F57524F7}"/>
          </ac:spMkLst>
        </pc:spChg>
        <pc:spChg chg="mod">
          <ac:chgData name="Алексей Голубев" userId="3c8aa089e0d51831" providerId="LiveId" clId="{90C5C133-E6AE-4343-A044-CFE890312162}" dt="2025-04-03T23:02:22.422" v="369"/>
          <ac:spMkLst>
            <pc:docMk/>
            <pc:sldMk cId="1568362379" sldId="307"/>
            <ac:spMk id="67" creationId="{62999884-C897-42A1-A57E-0894A2EFBDD7}"/>
          </ac:spMkLst>
        </pc:spChg>
        <pc:spChg chg="mod">
          <ac:chgData name="Алексей Голубев" userId="3c8aa089e0d51831" providerId="LiveId" clId="{90C5C133-E6AE-4343-A044-CFE890312162}" dt="2025-04-03T23:02:29.296" v="370"/>
          <ac:spMkLst>
            <pc:docMk/>
            <pc:sldMk cId="1568362379" sldId="307"/>
            <ac:spMk id="69" creationId="{F3D63D0B-8C68-4B63-A867-BC58B750385C}"/>
          </ac:spMkLst>
        </pc:spChg>
        <pc:spChg chg="mod">
          <ac:chgData name="Алексей Голубев" userId="3c8aa089e0d51831" providerId="LiveId" clId="{90C5C133-E6AE-4343-A044-CFE890312162}" dt="2025-04-03T23:02:29.296" v="370"/>
          <ac:spMkLst>
            <pc:docMk/>
            <pc:sldMk cId="1568362379" sldId="307"/>
            <ac:spMk id="70" creationId="{56F2A1BF-C9B3-4DD0-B4EE-34FCB690C7D4}"/>
          </ac:spMkLst>
        </pc:spChg>
        <pc:grpChg chg="add del mod">
          <ac:chgData name="Алексей Голубев" userId="3c8aa089e0d51831" providerId="LiveId" clId="{90C5C133-E6AE-4343-A044-CFE890312162}" dt="2025-04-03T22:55:38.781" v="203" actId="478"/>
          <ac:grpSpMkLst>
            <pc:docMk/>
            <pc:sldMk cId="1568362379" sldId="307"/>
            <ac:grpSpMk id="53" creationId="{CDB4B3E1-70D4-4F1A-9674-D14709AF9AA7}"/>
          </ac:grpSpMkLst>
        </pc:grpChg>
        <pc:grpChg chg="add del mod">
          <ac:chgData name="Алексей Голубев" userId="3c8aa089e0d51831" providerId="LiveId" clId="{90C5C133-E6AE-4343-A044-CFE890312162}" dt="2025-04-03T22:56:04.894" v="208"/>
          <ac:grpSpMkLst>
            <pc:docMk/>
            <pc:sldMk cId="1568362379" sldId="307"/>
            <ac:grpSpMk id="56" creationId="{2951426B-CAEF-41FE-9A94-F28D906DB85F}"/>
          </ac:grpSpMkLst>
        </pc:grpChg>
        <pc:grpChg chg="add del mod">
          <ac:chgData name="Алексей Голубев" userId="3c8aa089e0d51831" providerId="LiveId" clId="{90C5C133-E6AE-4343-A044-CFE890312162}" dt="2025-04-03T22:56:30.876" v="212"/>
          <ac:grpSpMkLst>
            <pc:docMk/>
            <pc:sldMk cId="1568362379" sldId="307"/>
            <ac:grpSpMk id="59" creationId="{1E3C6EAC-D172-4EA1-988A-685D3819E65A}"/>
          </ac:grpSpMkLst>
        </pc:grpChg>
        <pc:grpChg chg="add mod">
          <ac:chgData name="Алексей Голубев" userId="3c8aa089e0d51831" providerId="LiveId" clId="{90C5C133-E6AE-4343-A044-CFE890312162}" dt="2025-04-03T23:02:46.774" v="372" actId="11530"/>
          <ac:grpSpMkLst>
            <pc:docMk/>
            <pc:sldMk cId="1568362379" sldId="307"/>
            <ac:grpSpMk id="65" creationId="{6DD68CED-7662-410D-8A63-5AD231096B0D}"/>
          </ac:grpSpMkLst>
        </pc:grpChg>
        <pc:grpChg chg="add mod">
          <ac:chgData name="Алексей Голубев" userId="3c8aa089e0d51831" providerId="LiveId" clId="{90C5C133-E6AE-4343-A044-CFE890312162}" dt="2025-04-03T23:02:53.681" v="373" actId="11530"/>
          <ac:grpSpMkLst>
            <pc:docMk/>
            <pc:sldMk cId="1568362379" sldId="307"/>
            <ac:grpSpMk id="68" creationId="{5F2D6887-F246-4D56-9F9B-DAB2EEEFF0A7}"/>
          </ac:grpSpMkLst>
        </pc:grpChg>
        <pc:picChg chg="add del mod">
          <ac:chgData name="Алексей Голубев" userId="3c8aa089e0d51831" providerId="LiveId" clId="{90C5C133-E6AE-4343-A044-CFE890312162}" dt="2025-04-03T23:01:45.518" v="361" actId="478"/>
          <ac:picMkLst>
            <pc:docMk/>
            <pc:sldMk cId="1568362379" sldId="307"/>
            <ac:picMk id="3" creationId="{AC6F0FFD-FE70-43BB-B6E9-8F6463D7D734}"/>
          </ac:picMkLst>
        </pc:picChg>
        <pc:picChg chg="add del mod">
          <ac:chgData name="Алексей Голубев" userId="3c8aa089e0d51831" providerId="LiveId" clId="{90C5C133-E6AE-4343-A044-CFE890312162}" dt="2025-04-03T23:01:51.647" v="364" actId="478"/>
          <ac:picMkLst>
            <pc:docMk/>
            <pc:sldMk cId="1568362379" sldId="307"/>
            <ac:picMk id="5" creationId="{709BFF4C-C3C0-4DFB-B5A3-DFBBD9BFAC8A}"/>
          </ac:picMkLst>
        </pc:picChg>
        <pc:picChg chg="add mod">
          <ac:chgData name="Алексей Голубев" userId="3c8aa089e0d51831" providerId="LiveId" clId="{90C5C133-E6AE-4343-A044-CFE890312162}" dt="2025-04-03T23:02:06.124" v="366"/>
          <ac:picMkLst>
            <pc:docMk/>
            <pc:sldMk cId="1568362379" sldId="307"/>
            <ac:picMk id="63" creationId="{781BD88D-7851-4CE0-8A7B-74A90F7CAB0D}"/>
          </ac:picMkLst>
        </pc:picChg>
        <pc:picChg chg="add mod">
          <ac:chgData name="Алексей Голубев" userId="3c8aa089e0d51831" providerId="LiveId" clId="{90C5C133-E6AE-4343-A044-CFE890312162}" dt="2025-04-03T23:02:34.517" v="371"/>
          <ac:picMkLst>
            <pc:docMk/>
            <pc:sldMk cId="1568362379" sldId="307"/>
            <ac:picMk id="71" creationId="{7A289805-8AB3-4556-A254-FE833EECD8A9}"/>
          </ac:picMkLst>
        </pc:picChg>
      </pc:sldChg>
      <pc:sldChg chg="addSp modSp mod">
        <pc:chgData name="Алексей Голубев" userId="3c8aa089e0d51831" providerId="LiveId" clId="{90C5C133-E6AE-4343-A044-CFE890312162}" dt="2025-04-03T23:05:06.860" v="399" actId="11530"/>
        <pc:sldMkLst>
          <pc:docMk/>
          <pc:sldMk cId="1227254241" sldId="308"/>
        </pc:sldMkLst>
        <pc:spChg chg="add mod">
          <ac:chgData name="Алексей Голубев" userId="3c8aa089e0d51831" providerId="LiveId" clId="{90C5C133-E6AE-4343-A044-CFE890312162}" dt="2025-04-03T23:03:19.963" v="387" actId="20577"/>
          <ac:spMkLst>
            <pc:docMk/>
            <pc:sldMk cId="1227254241" sldId="308"/>
            <ac:spMk id="48" creationId="{35AB75C4-49AF-460B-A378-DAEE2C68FBC4}"/>
          </ac:spMkLst>
        </pc:spChg>
        <pc:spChg chg="mod">
          <ac:chgData name="Алексей Голубев" userId="3c8aa089e0d51831" providerId="LiveId" clId="{90C5C133-E6AE-4343-A044-CFE890312162}" dt="2025-04-03T23:03:26.229" v="388"/>
          <ac:spMkLst>
            <pc:docMk/>
            <pc:sldMk cId="1227254241" sldId="308"/>
            <ac:spMk id="50" creationId="{E578EA6E-E60F-4E82-94C7-BEF04670D921}"/>
          </ac:spMkLst>
        </pc:spChg>
        <pc:spChg chg="mod">
          <ac:chgData name="Алексей Голубев" userId="3c8aa089e0d51831" providerId="LiveId" clId="{90C5C133-E6AE-4343-A044-CFE890312162}" dt="2025-04-03T23:03:26.229" v="388"/>
          <ac:spMkLst>
            <pc:docMk/>
            <pc:sldMk cId="1227254241" sldId="308"/>
            <ac:spMk id="51" creationId="{C52C2504-A1B3-4F8D-BF39-C4878FF1A081}"/>
          </ac:spMkLst>
        </pc:spChg>
        <pc:grpChg chg="add mod">
          <ac:chgData name="Алексей Голубев" userId="3c8aa089e0d51831" providerId="LiveId" clId="{90C5C133-E6AE-4343-A044-CFE890312162}" dt="2025-04-03T23:03:31.716" v="389" actId="11530"/>
          <ac:grpSpMkLst>
            <pc:docMk/>
            <pc:sldMk cId="1227254241" sldId="308"/>
            <ac:grpSpMk id="49" creationId="{B3E1883D-E3A5-4E14-AA29-38F31AEE71C2}"/>
          </ac:grpSpMkLst>
        </pc:grpChg>
        <pc:picChg chg="add mod">
          <ac:chgData name="Алексей Голубев" userId="3c8aa089e0d51831" providerId="LiveId" clId="{90C5C133-E6AE-4343-A044-CFE890312162}" dt="2025-04-03T23:04:35.056" v="393" actId="11530"/>
          <ac:picMkLst>
            <pc:docMk/>
            <pc:sldMk cId="1227254241" sldId="308"/>
            <ac:picMk id="3" creationId="{AE004CB5-82DD-4E11-852E-BE5E119ABB32}"/>
          </ac:picMkLst>
        </pc:picChg>
        <pc:picChg chg="add mod">
          <ac:chgData name="Алексей Голубев" userId="3c8aa089e0d51831" providerId="LiveId" clId="{90C5C133-E6AE-4343-A044-CFE890312162}" dt="2025-04-03T23:05:06.860" v="399" actId="11530"/>
          <ac:picMkLst>
            <pc:docMk/>
            <pc:sldMk cId="1227254241" sldId="308"/>
            <ac:picMk id="5" creationId="{BD7D027B-E9DB-429E-9B3F-FCF8A3890103}"/>
          </ac:picMkLst>
        </pc:picChg>
      </pc:sldChg>
      <pc:sldChg chg="addSp delSp modSp mod">
        <pc:chgData name="Алексей Голубев" userId="3c8aa089e0d51831" providerId="LiveId" clId="{90C5C133-E6AE-4343-A044-CFE890312162}" dt="2025-04-03T23:22:42.571" v="657" actId="1076"/>
        <pc:sldMkLst>
          <pc:docMk/>
          <pc:sldMk cId="4096707115" sldId="309"/>
        </pc:sldMkLst>
        <pc:spChg chg="mod">
          <ac:chgData name="Алексей Голубев" userId="3c8aa089e0d51831" providerId="LiveId" clId="{90C5C133-E6AE-4343-A044-CFE890312162}" dt="2025-04-03T23:07:37.420" v="404"/>
          <ac:spMkLst>
            <pc:docMk/>
            <pc:sldMk cId="4096707115" sldId="309"/>
            <ac:spMk id="51" creationId="{41465AD1-4F3E-48E3-B58A-240B4196F0C3}"/>
          </ac:spMkLst>
        </pc:spChg>
        <pc:spChg chg="mod">
          <ac:chgData name="Алексей Голубев" userId="3c8aa089e0d51831" providerId="LiveId" clId="{90C5C133-E6AE-4343-A044-CFE890312162}" dt="2025-04-03T23:07:37.420" v="404"/>
          <ac:spMkLst>
            <pc:docMk/>
            <pc:sldMk cId="4096707115" sldId="309"/>
            <ac:spMk id="52" creationId="{A6977B81-8A5E-49E7-B0D8-8544460081DE}"/>
          </ac:spMkLst>
        </pc:spChg>
        <pc:spChg chg="mod">
          <ac:chgData name="Алексей Голубев" userId="3c8aa089e0d51831" providerId="LiveId" clId="{90C5C133-E6AE-4343-A044-CFE890312162}" dt="2025-04-03T23:10:55.014" v="416"/>
          <ac:spMkLst>
            <pc:docMk/>
            <pc:sldMk cId="4096707115" sldId="309"/>
            <ac:spMk id="56" creationId="{725A224A-D6E7-4F4E-8030-5CECA7846D70}"/>
          </ac:spMkLst>
        </pc:spChg>
        <pc:spChg chg="mod">
          <ac:chgData name="Алексей Голубев" userId="3c8aa089e0d51831" providerId="LiveId" clId="{90C5C133-E6AE-4343-A044-CFE890312162}" dt="2025-04-03T23:11:19.406" v="419" actId="1076"/>
          <ac:spMkLst>
            <pc:docMk/>
            <pc:sldMk cId="4096707115" sldId="309"/>
            <ac:spMk id="57" creationId="{3E3F4548-CAE3-45D0-B9D3-046F8A74F16A}"/>
          </ac:spMkLst>
        </pc:spChg>
        <pc:spChg chg="add mod">
          <ac:chgData name="Алексей Голубев" userId="3c8aa089e0d51831" providerId="LiveId" clId="{90C5C133-E6AE-4343-A044-CFE890312162}" dt="2025-04-03T23:22:42.571" v="657" actId="1076"/>
          <ac:spMkLst>
            <pc:docMk/>
            <pc:sldMk cId="4096707115" sldId="309"/>
            <ac:spMk id="59" creationId="{C76522A0-B2FA-4148-9B49-352B04E5EB90}"/>
          </ac:spMkLst>
        </pc:spChg>
        <pc:grpChg chg="add mod">
          <ac:chgData name="Алексей Голубев" userId="3c8aa089e0d51831" providerId="LiveId" clId="{90C5C133-E6AE-4343-A044-CFE890312162}" dt="2025-04-03T23:07:56.805" v="407" actId="14100"/>
          <ac:grpSpMkLst>
            <pc:docMk/>
            <pc:sldMk cId="4096707115" sldId="309"/>
            <ac:grpSpMk id="50" creationId="{C62459A7-9006-4AE9-BDA1-0AA34CF97C5A}"/>
          </ac:grpSpMkLst>
        </pc:grpChg>
        <pc:grpChg chg="add mod">
          <ac:chgData name="Алексей Голубев" userId="3c8aa089e0d51831" providerId="LiveId" clId="{90C5C133-E6AE-4343-A044-CFE890312162}" dt="2025-04-03T23:11:13.124" v="418" actId="11530"/>
          <ac:grpSpMkLst>
            <pc:docMk/>
            <pc:sldMk cId="4096707115" sldId="309"/>
            <ac:grpSpMk id="55" creationId="{021A01A8-A123-4DEA-AE28-4EB455851746}"/>
          </ac:grpSpMkLst>
        </pc:grpChg>
        <pc:picChg chg="add del mod">
          <ac:chgData name="Алексей Голубев" userId="3c8aa089e0d51831" providerId="LiveId" clId="{90C5C133-E6AE-4343-A044-CFE890312162}" dt="2025-04-03T23:10:11.168" v="408" actId="478"/>
          <ac:picMkLst>
            <pc:docMk/>
            <pc:sldMk cId="4096707115" sldId="309"/>
            <ac:picMk id="3" creationId="{16CFFBC9-E5C9-44CC-A9CA-4972897A0D3E}"/>
          </ac:picMkLst>
        </pc:picChg>
        <pc:picChg chg="add mod">
          <ac:chgData name="Алексей Голубев" userId="3c8aa089e0d51831" providerId="LiveId" clId="{90C5C133-E6AE-4343-A044-CFE890312162}" dt="2025-04-03T23:10:48.770" v="415" actId="14100"/>
          <ac:picMkLst>
            <pc:docMk/>
            <pc:sldMk cId="4096707115" sldId="309"/>
            <ac:picMk id="5" creationId="{9E437B42-A1A8-410D-AAD4-345E29AE193C}"/>
          </ac:picMkLst>
        </pc:picChg>
        <pc:picChg chg="add mod">
          <ac:chgData name="Алексей Голубев" userId="3c8aa089e0d51831" providerId="LiveId" clId="{90C5C133-E6AE-4343-A044-CFE890312162}" dt="2025-04-03T23:11:40.068" v="425" actId="1076"/>
          <ac:picMkLst>
            <pc:docMk/>
            <pc:sldMk cId="4096707115" sldId="309"/>
            <ac:picMk id="58" creationId="{F60B48FF-1BCA-4EFF-A2F8-EA5745F718A0}"/>
          </ac:picMkLst>
        </pc:picChg>
      </pc:sldChg>
      <pc:sldChg chg="addSp modSp mod">
        <pc:chgData name="Алексей Голубев" userId="3c8aa089e0d51831" providerId="LiveId" clId="{90C5C133-E6AE-4343-A044-CFE890312162}" dt="2025-04-03T23:17:52.254" v="585" actId="1076"/>
        <pc:sldMkLst>
          <pc:docMk/>
          <pc:sldMk cId="1430098411" sldId="310"/>
        </pc:sldMkLst>
        <pc:spChg chg="mod">
          <ac:chgData name="Алексей Голубев" userId="3c8aa089e0d51831" providerId="LiveId" clId="{90C5C133-E6AE-4343-A044-CFE890312162}" dt="2025-04-03T23:14:34.767" v="442"/>
          <ac:spMkLst>
            <pc:docMk/>
            <pc:sldMk cId="1430098411" sldId="310"/>
            <ac:spMk id="54" creationId="{3B71DB08-8492-49AB-81FC-BB33A6259101}"/>
          </ac:spMkLst>
        </pc:spChg>
        <pc:spChg chg="mod">
          <ac:chgData name="Алексей Голубев" userId="3c8aa089e0d51831" providerId="LiveId" clId="{90C5C133-E6AE-4343-A044-CFE890312162}" dt="2025-04-03T23:16:39.219" v="536" actId="1076"/>
          <ac:spMkLst>
            <pc:docMk/>
            <pc:sldMk cId="1430098411" sldId="310"/>
            <ac:spMk id="55" creationId="{DBA1B48B-8B4B-4936-9FE9-FDF9D2B4D03C}"/>
          </ac:spMkLst>
        </pc:spChg>
        <pc:spChg chg="mod">
          <ac:chgData name="Алексей Голубев" userId="3c8aa089e0d51831" providerId="LiveId" clId="{90C5C133-E6AE-4343-A044-CFE890312162}" dt="2025-04-03T23:15:06.580" v="479"/>
          <ac:spMkLst>
            <pc:docMk/>
            <pc:sldMk cId="1430098411" sldId="310"/>
            <ac:spMk id="57" creationId="{549C1936-58D7-4EAE-BE46-B3178841004F}"/>
          </ac:spMkLst>
        </pc:spChg>
        <pc:spChg chg="mod">
          <ac:chgData name="Алексей Голубев" userId="3c8aa089e0d51831" providerId="LiveId" clId="{90C5C133-E6AE-4343-A044-CFE890312162}" dt="2025-04-03T23:17:20.162" v="546" actId="20577"/>
          <ac:spMkLst>
            <pc:docMk/>
            <pc:sldMk cId="1430098411" sldId="310"/>
            <ac:spMk id="58" creationId="{4A34C804-4C5A-42C2-A069-D6476A8A8AF7}"/>
          </ac:spMkLst>
        </pc:spChg>
        <pc:spChg chg="mod">
          <ac:chgData name="Алексей Голубев" userId="3c8aa089e0d51831" providerId="LiveId" clId="{90C5C133-E6AE-4343-A044-CFE890312162}" dt="2025-04-03T23:15:22.885" v="483"/>
          <ac:spMkLst>
            <pc:docMk/>
            <pc:sldMk cId="1430098411" sldId="310"/>
            <ac:spMk id="60" creationId="{A903C2EF-2E2C-4C13-A036-C65309E2AA4C}"/>
          </ac:spMkLst>
        </pc:spChg>
        <pc:spChg chg="mod">
          <ac:chgData name="Алексей Голубев" userId="3c8aa089e0d51831" providerId="LiveId" clId="{90C5C133-E6AE-4343-A044-CFE890312162}" dt="2025-04-03T23:17:38.371" v="581" actId="20577"/>
          <ac:spMkLst>
            <pc:docMk/>
            <pc:sldMk cId="1430098411" sldId="310"/>
            <ac:spMk id="61" creationId="{CB930304-2269-40CC-B5E5-526AADF0BB44}"/>
          </ac:spMkLst>
        </pc:spChg>
        <pc:grpChg chg="add mod">
          <ac:chgData name="Алексей Голубев" userId="3c8aa089e0d51831" providerId="LiveId" clId="{90C5C133-E6AE-4343-A044-CFE890312162}" dt="2025-04-03T23:17:08.471" v="542" actId="1076"/>
          <ac:grpSpMkLst>
            <pc:docMk/>
            <pc:sldMk cId="1430098411" sldId="310"/>
            <ac:grpSpMk id="53" creationId="{ED26BFBC-D6E6-4D4F-9F6F-177F33DCD34E}"/>
          </ac:grpSpMkLst>
        </pc:grpChg>
        <pc:grpChg chg="add mod">
          <ac:chgData name="Алексей Голубев" userId="3c8aa089e0d51831" providerId="LiveId" clId="{90C5C133-E6AE-4343-A044-CFE890312162}" dt="2025-04-03T23:17:13.359" v="543" actId="1076"/>
          <ac:grpSpMkLst>
            <pc:docMk/>
            <pc:sldMk cId="1430098411" sldId="310"/>
            <ac:grpSpMk id="56" creationId="{BBBBFF10-24A4-4D04-A252-D642A06412FB}"/>
          </ac:grpSpMkLst>
        </pc:grpChg>
        <pc:grpChg chg="add mod">
          <ac:chgData name="Алексей Голубев" userId="3c8aa089e0d51831" providerId="LiveId" clId="{90C5C133-E6AE-4343-A044-CFE890312162}" dt="2025-04-03T23:17:52.254" v="585" actId="1076"/>
          <ac:grpSpMkLst>
            <pc:docMk/>
            <pc:sldMk cId="1430098411" sldId="310"/>
            <ac:grpSpMk id="59" creationId="{C5CCB1E2-9C83-4277-B559-4C8E8E1EDC53}"/>
          </ac:grpSpMkLst>
        </pc:grpChg>
        <pc:picChg chg="add mod">
          <ac:chgData name="Алексей Голубев" userId="3c8aa089e0d51831" providerId="LiveId" clId="{90C5C133-E6AE-4343-A044-CFE890312162}" dt="2025-04-03T23:16:59.254" v="540" actId="14100"/>
          <ac:picMkLst>
            <pc:docMk/>
            <pc:sldMk cId="1430098411" sldId="310"/>
            <ac:picMk id="3" creationId="{796B1807-B218-46E0-8B80-EB9468757ADD}"/>
          </ac:picMkLst>
        </pc:picChg>
        <pc:picChg chg="add mod">
          <ac:chgData name="Алексей Голубев" userId="3c8aa089e0d51831" providerId="LiveId" clId="{90C5C133-E6AE-4343-A044-CFE890312162}" dt="2025-04-03T23:17:45.136" v="583" actId="1076"/>
          <ac:picMkLst>
            <pc:docMk/>
            <pc:sldMk cId="1430098411" sldId="310"/>
            <ac:picMk id="5" creationId="{8FDA7100-E105-4804-A17C-057EFAD9A22B}"/>
          </ac:picMkLst>
        </pc:picChg>
        <pc:picChg chg="add mod">
          <ac:chgData name="Алексей Голубев" userId="3c8aa089e0d51831" providerId="LiveId" clId="{90C5C133-E6AE-4343-A044-CFE890312162}" dt="2025-04-03T23:16:49.050" v="538" actId="1076"/>
          <ac:picMkLst>
            <pc:docMk/>
            <pc:sldMk cId="1430098411" sldId="310"/>
            <ac:picMk id="50" creationId="{96C105BA-C90D-4A00-9F72-4DAEDB5D0369}"/>
          </ac:picMkLst>
        </pc:picChg>
        <pc:picChg chg="ord">
          <ac:chgData name="Алексей Голубев" userId="3c8aa089e0d51831" providerId="LiveId" clId="{90C5C133-E6AE-4343-A044-CFE890312162}" dt="2025-04-03T23:15:37.282" v="486" actId="166"/>
          <ac:picMkLst>
            <pc:docMk/>
            <pc:sldMk cId="1430098411" sldId="310"/>
            <ac:picMk id="724" creationId="{00000000-0000-0000-0000-000000000000}"/>
          </ac:picMkLst>
        </pc:picChg>
      </pc:sldChg>
      <pc:sldChg chg="addSp modSp mod">
        <pc:chgData name="Алексей Голубев" userId="3c8aa089e0d51831" providerId="LiveId" clId="{90C5C133-E6AE-4343-A044-CFE890312162}" dt="2025-04-04T07:54:29.144" v="1659" actId="1076"/>
        <pc:sldMkLst>
          <pc:docMk/>
          <pc:sldMk cId="57134433" sldId="311"/>
        </pc:sldMkLst>
        <pc:picChg chg="add mod">
          <ac:chgData name="Алексей Голубев" userId="3c8aa089e0d51831" providerId="LiveId" clId="{90C5C133-E6AE-4343-A044-CFE890312162}" dt="2025-04-04T07:54:29.144" v="1659" actId="1076"/>
          <ac:picMkLst>
            <pc:docMk/>
            <pc:sldMk cId="57134433" sldId="311"/>
            <ac:picMk id="3" creationId="{4FBA808B-2C3F-422E-B042-3BA9C7127912}"/>
          </ac:picMkLst>
        </pc:picChg>
        <pc:picChg chg="add mod">
          <ac:chgData name="Алексей Голубев" userId="3c8aa089e0d51831" providerId="LiveId" clId="{90C5C133-E6AE-4343-A044-CFE890312162}" dt="2025-04-04T07:54:09.479" v="1656" actId="1076"/>
          <ac:picMkLst>
            <pc:docMk/>
            <pc:sldMk cId="57134433" sldId="311"/>
            <ac:picMk id="48" creationId="{180BE331-EB71-4D90-8CCC-3455B02DB00E}"/>
          </ac:picMkLst>
        </pc:picChg>
      </pc:sldChg>
      <pc:sldChg chg="addSp modSp mod">
        <pc:chgData name="Алексей Голубев" userId="3c8aa089e0d51831" providerId="LiveId" clId="{90C5C133-E6AE-4343-A044-CFE890312162}" dt="2025-04-03T23:27:22.816" v="719" actId="14100"/>
        <pc:sldMkLst>
          <pc:docMk/>
          <pc:sldMk cId="878400169" sldId="313"/>
        </pc:sldMkLst>
        <pc:spChg chg="mod">
          <ac:chgData name="Алексей Голубев" userId="3c8aa089e0d51831" providerId="LiveId" clId="{90C5C133-E6AE-4343-A044-CFE890312162}" dt="2025-04-03T23:23:41.713" v="664"/>
          <ac:spMkLst>
            <pc:docMk/>
            <pc:sldMk cId="878400169" sldId="313"/>
            <ac:spMk id="51" creationId="{1D495352-FBB5-461C-93A4-2528C03BB6C7}"/>
          </ac:spMkLst>
        </pc:spChg>
        <pc:spChg chg="mod">
          <ac:chgData name="Алексей Голубев" userId="3c8aa089e0d51831" providerId="LiveId" clId="{90C5C133-E6AE-4343-A044-CFE890312162}" dt="2025-04-03T23:24:11.557" v="703" actId="20577"/>
          <ac:spMkLst>
            <pc:docMk/>
            <pc:sldMk cId="878400169" sldId="313"/>
            <ac:spMk id="52" creationId="{A43BAB62-14B5-427B-A847-228F8CB48F62}"/>
          </ac:spMkLst>
        </pc:spChg>
        <pc:grpChg chg="add mod">
          <ac:chgData name="Алексей Голубев" userId="3c8aa089e0d51831" providerId="LiveId" clId="{90C5C133-E6AE-4343-A044-CFE890312162}" dt="2025-04-03T23:24:16.129" v="704" actId="14100"/>
          <ac:grpSpMkLst>
            <pc:docMk/>
            <pc:sldMk cId="878400169" sldId="313"/>
            <ac:grpSpMk id="50" creationId="{CFEAA1B1-DC43-4F12-BB2A-6667B7BAC3B5}"/>
          </ac:grpSpMkLst>
        </pc:grpChg>
        <pc:picChg chg="add mod">
          <ac:chgData name="Алексей Голубев" userId="3c8aa089e0d51831" providerId="LiveId" clId="{90C5C133-E6AE-4343-A044-CFE890312162}" dt="2025-04-03T23:24:06.406" v="701" actId="1076"/>
          <ac:picMkLst>
            <pc:docMk/>
            <pc:sldMk cId="878400169" sldId="313"/>
            <ac:picMk id="3" creationId="{F873514D-DC29-4385-BAFA-1941B19295B1}"/>
          </ac:picMkLst>
        </pc:picChg>
        <pc:picChg chg="add mod">
          <ac:chgData name="Алексей Голубев" userId="3c8aa089e0d51831" providerId="LiveId" clId="{90C5C133-E6AE-4343-A044-CFE890312162}" dt="2025-04-03T23:24:44.705" v="708" actId="1076"/>
          <ac:picMkLst>
            <pc:docMk/>
            <pc:sldMk cId="878400169" sldId="313"/>
            <ac:picMk id="5" creationId="{346E1090-D4B9-4747-864F-E3553AF46607}"/>
          </ac:picMkLst>
        </pc:picChg>
        <pc:cxnChg chg="add mod">
          <ac:chgData name="Алексей Голубев" userId="3c8aa089e0d51831" providerId="LiveId" clId="{90C5C133-E6AE-4343-A044-CFE890312162}" dt="2025-04-03T23:27:22.816" v="719" actId="14100"/>
          <ac:cxnSpMkLst>
            <pc:docMk/>
            <pc:sldMk cId="878400169" sldId="313"/>
            <ac:cxnSpMk id="7" creationId="{401EFE80-F1C9-4432-994A-6DE05497EA99}"/>
          </ac:cxnSpMkLst>
        </pc:cxnChg>
      </pc:sldChg>
      <pc:sldChg chg="addSp modSp mod">
        <pc:chgData name="Алексей Голубев" userId="3c8aa089e0d51831" providerId="LiveId" clId="{90C5C133-E6AE-4343-A044-CFE890312162}" dt="2025-04-04T07:53:28.452" v="1640" actId="1076"/>
        <pc:sldMkLst>
          <pc:docMk/>
          <pc:sldMk cId="3638007257" sldId="315"/>
        </pc:sldMkLst>
        <pc:picChg chg="add mod">
          <ac:chgData name="Алексей Голубев" userId="3c8aa089e0d51831" providerId="LiveId" clId="{90C5C133-E6AE-4343-A044-CFE890312162}" dt="2025-04-04T07:53:28.452" v="1640" actId="1076"/>
          <ac:picMkLst>
            <pc:docMk/>
            <pc:sldMk cId="3638007257" sldId="315"/>
            <ac:picMk id="3" creationId="{80BC1D51-EF09-45D5-B372-7D43943693CA}"/>
          </ac:picMkLst>
        </pc:picChg>
        <pc:picChg chg="add mod">
          <ac:chgData name="Алексей Голубев" userId="3c8aa089e0d51831" providerId="LiveId" clId="{90C5C133-E6AE-4343-A044-CFE890312162}" dt="2025-04-04T07:53:04.078" v="1637" actId="1076"/>
          <ac:picMkLst>
            <pc:docMk/>
            <pc:sldMk cId="3638007257" sldId="315"/>
            <ac:picMk id="48" creationId="{6C9D8564-60F7-4BC3-A7A0-217715F1620D}"/>
          </ac:picMkLst>
        </pc:picChg>
      </pc:sldChg>
      <pc:sldChg chg="addSp modSp mod">
        <pc:chgData name="Алексей Голубев" userId="3c8aa089e0d51831" providerId="LiveId" clId="{90C5C133-E6AE-4343-A044-CFE890312162}" dt="2025-04-03T23:30:38.873" v="802" actId="113"/>
        <pc:sldMkLst>
          <pc:docMk/>
          <pc:sldMk cId="3376595873" sldId="316"/>
        </pc:sldMkLst>
        <pc:spChg chg="mod">
          <ac:chgData name="Алексей Голубев" userId="3c8aa089e0d51831" providerId="LiveId" clId="{90C5C133-E6AE-4343-A044-CFE890312162}" dt="2025-04-03T23:28:33.882" v="724"/>
          <ac:spMkLst>
            <pc:docMk/>
            <pc:sldMk cId="3376595873" sldId="316"/>
            <ac:spMk id="51" creationId="{EF9C466D-8A6E-446E-BED3-A96340492F6B}"/>
          </ac:spMkLst>
        </pc:spChg>
        <pc:spChg chg="mod">
          <ac:chgData name="Алексей Голубев" userId="3c8aa089e0d51831" providerId="LiveId" clId="{90C5C133-E6AE-4343-A044-CFE890312162}" dt="2025-04-03T23:29:32.518" v="758" actId="113"/>
          <ac:spMkLst>
            <pc:docMk/>
            <pc:sldMk cId="3376595873" sldId="316"/>
            <ac:spMk id="52" creationId="{A7516158-2670-436C-A6B5-2A18897B6365}"/>
          </ac:spMkLst>
        </pc:spChg>
        <pc:spChg chg="mod">
          <ac:chgData name="Алексей Голубев" userId="3c8aa089e0d51831" providerId="LiveId" clId="{90C5C133-E6AE-4343-A044-CFE890312162}" dt="2025-04-03T23:29:58.559" v="763"/>
          <ac:spMkLst>
            <pc:docMk/>
            <pc:sldMk cId="3376595873" sldId="316"/>
            <ac:spMk id="55" creationId="{C9DDFD6E-749E-49EF-9E6C-241E3DF2E9D7}"/>
          </ac:spMkLst>
        </pc:spChg>
        <pc:spChg chg="mod">
          <ac:chgData name="Алексей Голубев" userId="3c8aa089e0d51831" providerId="LiveId" clId="{90C5C133-E6AE-4343-A044-CFE890312162}" dt="2025-04-03T23:30:38.873" v="802" actId="113"/>
          <ac:spMkLst>
            <pc:docMk/>
            <pc:sldMk cId="3376595873" sldId="316"/>
            <ac:spMk id="56" creationId="{32E52011-CAD9-4512-8D62-795AEC5FCE7E}"/>
          </ac:spMkLst>
        </pc:spChg>
        <pc:grpChg chg="add mod">
          <ac:chgData name="Алексей Голубев" userId="3c8aa089e0d51831" providerId="LiveId" clId="{90C5C133-E6AE-4343-A044-CFE890312162}" dt="2025-04-03T23:29:15.060" v="756" actId="1076"/>
          <ac:grpSpMkLst>
            <pc:docMk/>
            <pc:sldMk cId="3376595873" sldId="316"/>
            <ac:grpSpMk id="50" creationId="{72BA8FEA-8EE8-4142-BAD6-60697CC9722E}"/>
          </ac:grpSpMkLst>
        </pc:grpChg>
        <pc:grpChg chg="add mod">
          <ac:chgData name="Алексей Голубев" userId="3c8aa089e0d51831" providerId="LiveId" clId="{90C5C133-E6AE-4343-A044-CFE890312162}" dt="2025-04-03T23:30:32.497" v="801" actId="14100"/>
          <ac:grpSpMkLst>
            <pc:docMk/>
            <pc:sldMk cId="3376595873" sldId="316"/>
            <ac:grpSpMk id="54" creationId="{72A55AF9-9B39-4F47-B181-469CC46BA80E}"/>
          </ac:grpSpMkLst>
        </pc:grpChg>
        <pc:picChg chg="add mod">
          <ac:chgData name="Алексей Голубев" userId="3c8aa089e0d51831" providerId="LiveId" clId="{90C5C133-E6AE-4343-A044-CFE890312162}" dt="2025-04-03T23:29:20.383" v="757" actId="11530"/>
          <ac:picMkLst>
            <pc:docMk/>
            <pc:sldMk cId="3376595873" sldId="316"/>
            <ac:picMk id="3" creationId="{1D8768A7-00D8-472E-A2FA-99EC874BAF27}"/>
          </ac:picMkLst>
        </pc:picChg>
        <pc:picChg chg="add mod">
          <ac:chgData name="Алексей Голубев" userId="3c8aa089e0d51831" providerId="LiveId" clId="{90C5C133-E6AE-4343-A044-CFE890312162}" dt="2025-04-03T23:29:55.221" v="762" actId="1076"/>
          <ac:picMkLst>
            <pc:docMk/>
            <pc:sldMk cId="3376595873" sldId="316"/>
            <ac:picMk id="53" creationId="{CE5BB469-5D92-48C7-B8BC-D757F5306A52}"/>
          </ac:picMkLst>
        </pc:picChg>
      </pc:sldChg>
      <pc:sldChg chg="addSp modSp mod">
        <pc:chgData name="Алексей Голубев" userId="3c8aa089e0d51831" providerId="LiveId" clId="{90C5C133-E6AE-4343-A044-CFE890312162}" dt="2025-04-03T23:59:51.727" v="1554" actId="1076"/>
        <pc:sldMkLst>
          <pc:docMk/>
          <pc:sldMk cId="3792441124" sldId="317"/>
        </pc:sldMkLst>
        <pc:spChg chg="add mod">
          <ac:chgData name="Алексей Голубев" userId="3c8aa089e0d51831" providerId="LiveId" clId="{90C5C133-E6AE-4343-A044-CFE890312162}" dt="2025-04-03T23:59:51.727" v="1554" actId="1076"/>
          <ac:spMkLst>
            <pc:docMk/>
            <pc:sldMk cId="3792441124" sldId="317"/>
            <ac:spMk id="4" creationId="{A77ED67E-47A3-49DF-9178-DF124AFA5DB8}"/>
          </ac:spMkLst>
        </pc:spChg>
        <pc:spChg chg="mod">
          <ac:chgData name="Алексей Голубев" userId="3c8aa089e0d51831" providerId="LiveId" clId="{90C5C133-E6AE-4343-A044-CFE890312162}" dt="2025-04-03T23:32:03.106" v="808"/>
          <ac:spMkLst>
            <pc:docMk/>
            <pc:sldMk cId="3792441124" sldId="317"/>
            <ac:spMk id="51" creationId="{569B46D1-290E-4441-A91D-218D481B2C3F}"/>
          </ac:spMkLst>
        </pc:spChg>
        <pc:spChg chg="mod">
          <ac:chgData name="Алексей Голубев" userId="3c8aa089e0d51831" providerId="LiveId" clId="{90C5C133-E6AE-4343-A044-CFE890312162}" dt="2025-04-03T23:33:35.736" v="874" actId="113"/>
          <ac:spMkLst>
            <pc:docMk/>
            <pc:sldMk cId="3792441124" sldId="317"/>
            <ac:spMk id="52" creationId="{04F7AAEE-6D64-4D49-B1A4-4114B21B443D}"/>
          </ac:spMkLst>
        </pc:spChg>
        <pc:spChg chg="add mod">
          <ac:chgData name="Алексей Голубев" userId="3c8aa089e0d51831" providerId="LiveId" clId="{90C5C133-E6AE-4343-A044-CFE890312162}" dt="2025-04-03T23:59:38.745" v="1552" actId="1076"/>
          <ac:spMkLst>
            <pc:docMk/>
            <pc:sldMk cId="3792441124" sldId="317"/>
            <ac:spMk id="54" creationId="{AAC1CE58-A533-4D46-A51E-9C90879929D2}"/>
          </ac:spMkLst>
        </pc:spChg>
        <pc:grpChg chg="add mod">
          <ac:chgData name="Алексей Голубев" userId="3c8aa089e0d51831" providerId="LiveId" clId="{90C5C133-E6AE-4343-A044-CFE890312162}" dt="2025-04-03T23:33:45.220" v="876" actId="1076"/>
          <ac:grpSpMkLst>
            <pc:docMk/>
            <pc:sldMk cId="3792441124" sldId="317"/>
            <ac:grpSpMk id="50" creationId="{1EFF1774-F050-40B8-AAD6-6659A0402A50}"/>
          </ac:grpSpMkLst>
        </pc:grpChg>
        <pc:picChg chg="add mod">
          <ac:chgData name="Алексей Голубев" userId="3c8aa089e0d51831" providerId="LiveId" clId="{90C5C133-E6AE-4343-A044-CFE890312162}" dt="2025-04-03T23:33:56.131" v="880" actId="11530"/>
          <ac:picMkLst>
            <pc:docMk/>
            <pc:sldMk cId="3792441124" sldId="317"/>
            <ac:picMk id="3" creationId="{1143A3DF-1286-4342-933C-D59F7C9EB856}"/>
          </ac:picMkLst>
        </pc:picChg>
      </pc:sldChg>
      <pc:sldChg chg="addSp modSp mod">
        <pc:chgData name="Алексей Голубев" userId="3c8aa089e0d51831" providerId="LiveId" clId="{90C5C133-E6AE-4343-A044-CFE890312162}" dt="2025-04-03T23:37:31.527" v="987" actId="1076"/>
        <pc:sldMkLst>
          <pc:docMk/>
          <pc:sldMk cId="525318656" sldId="318"/>
        </pc:sldMkLst>
        <pc:spChg chg="mod">
          <ac:chgData name="Алексей Голубев" userId="3c8aa089e0d51831" providerId="LiveId" clId="{90C5C133-E6AE-4343-A044-CFE890312162}" dt="2025-04-03T23:34:55.560" v="884"/>
          <ac:spMkLst>
            <pc:docMk/>
            <pc:sldMk cId="525318656" sldId="318"/>
            <ac:spMk id="51" creationId="{A810FD91-CA0B-4184-8810-DAFBAC953BFF}"/>
          </ac:spMkLst>
        </pc:spChg>
        <pc:spChg chg="mod">
          <ac:chgData name="Алексей Голубев" userId="3c8aa089e0d51831" providerId="LiveId" clId="{90C5C133-E6AE-4343-A044-CFE890312162}" dt="2025-04-03T23:35:33.979" v="932" actId="20577"/>
          <ac:spMkLst>
            <pc:docMk/>
            <pc:sldMk cId="525318656" sldId="318"/>
            <ac:spMk id="52" creationId="{7986EA1F-0ACB-4D24-8AF5-6E4B78E05D9B}"/>
          </ac:spMkLst>
        </pc:spChg>
        <pc:spChg chg="mod">
          <ac:chgData name="Алексей Голубев" userId="3c8aa089e0d51831" providerId="LiveId" clId="{90C5C133-E6AE-4343-A044-CFE890312162}" dt="2025-04-03T23:37:09.943" v="962" actId="20577"/>
          <ac:spMkLst>
            <pc:docMk/>
            <pc:sldMk cId="525318656" sldId="318"/>
            <ac:spMk id="55" creationId="{B8C1D471-71B4-4AFF-8B52-DD1F2EA7A310}"/>
          </ac:spMkLst>
        </pc:spChg>
        <pc:spChg chg="mod">
          <ac:chgData name="Алексей Голубев" userId="3c8aa089e0d51831" providerId="LiveId" clId="{90C5C133-E6AE-4343-A044-CFE890312162}" dt="2025-04-03T23:37:20.002" v="985" actId="20577"/>
          <ac:spMkLst>
            <pc:docMk/>
            <pc:sldMk cId="525318656" sldId="318"/>
            <ac:spMk id="56" creationId="{54345AEB-F772-4F5C-9057-878334A341B3}"/>
          </ac:spMkLst>
        </pc:spChg>
        <pc:spChg chg="mod">
          <ac:chgData name="Алексей Голубев" userId="3c8aa089e0d51831" providerId="LiveId" clId="{90C5C133-E6AE-4343-A044-CFE890312162}" dt="2025-04-03T23:36:50.602" v="949" actId="1076"/>
          <ac:spMkLst>
            <pc:docMk/>
            <pc:sldMk cId="525318656" sldId="318"/>
            <ac:spMk id="723" creationId="{00000000-0000-0000-0000-000000000000}"/>
          </ac:spMkLst>
        </pc:spChg>
        <pc:grpChg chg="add mod">
          <ac:chgData name="Алексей Голубев" userId="3c8aa089e0d51831" providerId="LiveId" clId="{90C5C133-E6AE-4343-A044-CFE890312162}" dt="2025-04-03T23:36:07.942" v="938" actId="1076"/>
          <ac:grpSpMkLst>
            <pc:docMk/>
            <pc:sldMk cId="525318656" sldId="318"/>
            <ac:grpSpMk id="50" creationId="{B2E86E2C-4B08-418C-A8D4-8467AE9915C8}"/>
          </ac:grpSpMkLst>
        </pc:grpChg>
        <pc:grpChg chg="add mod">
          <ac:chgData name="Алексей Голубев" userId="3c8aa089e0d51831" providerId="LiveId" clId="{90C5C133-E6AE-4343-A044-CFE890312162}" dt="2025-04-03T23:37:31.527" v="987" actId="1076"/>
          <ac:grpSpMkLst>
            <pc:docMk/>
            <pc:sldMk cId="525318656" sldId="318"/>
            <ac:grpSpMk id="54" creationId="{0EE08789-E9DD-4E33-9E23-0168EDC155E6}"/>
          </ac:grpSpMkLst>
        </pc:grpChg>
        <pc:picChg chg="add mod">
          <ac:chgData name="Алексей Голубев" userId="3c8aa089e0d51831" providerId="LiveId" clId="{90C5C133-E6AE-4343-A044-CFE890312162}" dt="2025-04-03T23:36:00.988" v="936" actId="1076"/>
          <ac:picMkLst>
            <pc:docMk/>
            <pc:sldMk cId="525318656" sldId="318"/>
            <ac:picMk id="3" creationId="{7791EA34-A414-4323-BDE3-EA46D2BB4F4A}"/>
          </ac:picMkLst>
        </pc:picChg>
        <pc:picChg chg="add mod">
          <ac:chgData name="Алексей Голубев" userId="3c8aa089e0d51831" providerId="LiveId" clId="{90C5C133-E6AE-4343-A044-CFE890312162}" dt="2025-04-03T23:36:44.466" v="945" actId="1076"/>
          <ac:picMkLst>
            <pc:docMk/>
            <pc:sldMk cId="525318656" sldId="318"/>
            <ac:picMk id="53" creationId="{7EC12D6D-83D5-4997-89A4-97CCEEBC7D04}"/>
          </ac:picMkLst>
        </pc:picChg>
      </pc:sldChg>
      <pc:sldChg chg="addSp modSp mod">
        <pc:chgData name="Алексей Голубев" userId="3c8aa089e0d51831" providerId="LiveId" clId="{90C5C133-E6AE-4343-A044-CFE890312162}" dt="2025-04-03T23:56:01.911" v="1542" actId="20577"/>
        <pc:sldMkLst>
          <pc:docMk/>
          <pc:sldMk cId="3105453353" sldId="319"/>
        </pc:sldMkLst>
        <pc:spChg chg="mod">
          <ac:chgData name="Алексей Голубев" userId="3c8aa089e0d51831" providerId="LiveId" clId="{90C5C133-E6AE-4343-A044-CFE890312162}" dt="2025-04-03T23:38:08.381" v="988"/>
          <ac:spMkLst>
            <pc:docMk/>
            <pc:sldMk cId="3105453353" sldId="319"/>
            <ac:spMk id="49" creationId="{6E465A17-983B-4428-B483-0E5E6EBF48B9}"/>
          </ac:spMkLst>
        </pc:spChg>
        <pc:spChg chg="mod">
          <ac:chgData name="Алексей Голубев" userId="3c8aa089e0d51831" providerId="LiveId" clId="{90C5C133-E6AE-4343-A044-CFE890312162}" dt="2025-04-03T23:56:01.911" v="1542" actId="20577"/>
          <ac:spMkLst>
            <pc:docMk/>
            <pc:sldMk cId="3105453353" sldId="319"/>
            <ac:spMk id="50" creationId="{78338253-9D82-47E5-8BC7-E80F5F875310}"/>
          </ac:spMkLst>
        </pc:spChg>
        <pc:spChg chg="add mod">
          <ac:chgData name="Алексей Голубев" userId="3c8aa089e0d51831" providerId="LiveId" clId="{90C5C133-E6AE-4343-A044-CFE890312162}" dt="2025-04-03T23:40:20.794" v="1115" actId="1076"/>
          <ac:spMkLst>
            <pc:docMk/>
            <pc:sldMk cId="3105453353" sldId="319"/>
            <ac:spMk id="53" creationId="{013FF433-E0DE-42C4-A805-1AA21B991AD3}"/>
          </ac:spMkLst>
        </pc:spChg>
        <pc:grpChg chg="add mod">
          <ac:chgData name="Алексей Голубев" userId="3c8aa089e0d51831" providerId="LiveId" clId="{90C5C133-E6AE-4343-A044-CFE890312162}" dt="2025-04-03T23:40:03.940" v="1112" actId="1076"/>
          <ac:grpSpMkLst>
            <pc:docMk/>
            <pc:sldMk cId="3105453353" sldId="319"/>
            <ac:grpSpMk id="48" creationId="{9DBBE0F6-679F-4ADC-93B0-96F8ACFDB5A9}"/>
          </ac:grpSpMkLst>
        </pc:grpChg>
        <pc:picChg chg="add mod">
          <ac:chgData name="Алексей Голубев" userId="3c8aa089e0d51831" providerId="LiveId" clId="{90C5C133-E6AE-4343-A044-CFE890312162}" dt="2025-04-03T23:40:05.652" v="1113" actId="1076"/>
          <ac:picMkLst>
            <pc:docMk/>
            <pc:sldMk cId="3105453353" sldId="319"/>
            <ac:picMk id="3" creationId="{7D02EF47-9CDA-493F-9A3E-922B928EC690}"/>
          </ac:picMkLst>
        </pc:picChg>
        <pc:picChg chg="add mod">
          <ac:chgData name="Алексей Голубев" userId="3c8aa089e0d51831" providerId="LiveId" clId="{90C5C133-E6AE-4343-A044-CFE890312162}" dt="2025-04-03T23:41:35.007" v="1128" actId="1076"/>
          <ac:picMkLst>
            <pc:docMk/>
            <pc:sldMk cId="3105453353" sldId="319"/>
            <ac:picMk id="5" creationId="{975D011A-EF14-45EF-A834-E81E3C75DAA3}"/>
          </ac:picMkLst>
        </pc:picChg>
        <pc:picChg chg="add mod">
          <ac:chgData name="Алексей Голубев" userId="3c8aa089e0d51831" providerId="LiveId" clId="{90C5C133-E6AE-4343-A044-CFE890312162}" dt="2025-04-03T23:42:15.286" v="1136" actId="1076"/>
          <ac:picMkLst>
            <pc:docMk/>
            <pc:sldMk cId="3105453353" sldId="319"/>
            <ac:picMk id="12" creationId="{697DBD4D-E3FD-4EE6-9E4C-D7A5BDDA54CC}"/>
          </ac:picMkLst>
        </pc:picChg>
        <pc:cxnChg chg="add mod">
          <ac:chgData name="Алексей Голубев" userId="3c8aa089e0d51831" providerId="LiveId" clId="{90C5C133-E6AE-4343-A044-CFE890312162}" dt="2025-04-03T23:41:35.007" v="1128" actId="1076"/>
          <ac:cxnSpMkLst>
            <pc:docMk/>
            <pc:sldMk cId="3105453353" sldId="319"/>
            <ac:cxnSpMk id="7" creationId="{BE98C4AF-D2D6-4B2A-8645-7B24450C9B51}"/>
          </ac:cxnSpMkLst>
        </pc:cxnChg>
        <pc:cxnChg chg="add mod">
          <ac:chgData name="Алексей Голубев" userId="3c8aa089e0d51831" providerId="LiveId" clId="{90C5C133-E6AE-4343-A044-CFE890312162}" dt="2025-04-03T23:42:24.113" v="1139" actId="1582"/>
          <ac:cxnSpMkLst>
            <pc:docMk/>
            <pc:sldMk cId="3105453353" sldId="319"/>
            <ac:cxnSpMk id="14" creationId="{DF460FB5-5F82-4649-8C1F-75728882CF8F}"/>
          </ac:cxnSpMkLst>
        </pc:cxnChg>
      </pc:sldChg>
      <pc:sldChg chg="addSp modSp mod">
        <pc:chgData name="Алексей Голубев" userId="3c8aa089e0d51831" providerId="LiveId" clId="{90C5C133-E6AE-4343-A044-CFE890312162}" dt="2025-04-03T23:46:40.428" v="1350" actId="20577"/>
        <pc:sldMkLst>
          <pc:docMk/>
          <pc:sldMk cId="3990500580" sldId="320"/>
        </pc:sldMkLst>
        <pc:spChg chg="add mod">
          <ac:chgData name="Алексей Голубев" userId="3c8aa089e0d51831" providerId="LiveId" clId="{90C5C133-E6AE-4343-A044-CFE890312162}" dt="2025-04-03T23:44:22.982" v="1155" actId="1076"/>
          <ac:spMkLst>
            <pc:docMk/>
            <pc:sldMk cId="3990500580" sldId="320"/>
            <ac:spMk id="60" creationId="{40B31559-944D-4115-9280-3663590A1842}"/>
          </ac:spMkLst>
        </pc:spChg>
        <pc:spChg chg="add mod">
          <ac:chgData name="Алексей Голубев" userId="3c8aa089e0d51831" providerId="LiveId" clId="{90C5C133-E6AE-4343-A044-CFE890312162}" dt="2025-04-03T23:44:46.694" v="1163" actId="1076"/>
          <ac:spMkLst>
            <pc:docMk/>
            <pc:sldMk cId="3990500580" sldId="320"/>
            <ac:spMk id="61" creationId="{F93C3A93-0C55-4928-B995-A222A6BE9513}"/>
          </ac:spMkLst>
        </pc:spChg>
        <pc:spChg chg="add mod">
          <ac:chgData name="Алексей Голубев" userId="3c8aa089e0d51831" providerId="LiveId" clId="{90C5C133-E6AE-4343-A044-CFE890312162}" dt="2025-04-03T23:44:59.050" v="1165" actId="1076"/>
          <ac:spMkLst>
            <pc:docMk/>
            <pc:sldMk cId="3990500580" sldId="320"/>
            <ac:spMk id="63" creationId="{5DB819F2-E0D8-42CA-B1BA-6E3E1FB4AEB5}"/>
          </ac:spMkLst>
        </pc:spChg>
        <pc:spChg chg="mod">
          <ac:chgData name="Алексей Голубев" userId="3c8aa089e0d51831" providerId="LiveId" clId="{90C5C133-E6AE-4343-A044-CFE890312162}" dt="2025-04-03T23:45:18.004" v="1169"/>
          <ac:spMkLst>
            <pc:docMk/>
            <pc:sldMk cId="3990500580" sldId="320"/>
            <ac:spMk id="65" creationId="{AF84C8A8-D284-467E-B6F0-E6223BFB5A1E}"/>
          </ac:spMkLst>
        </pc:spChg>
        <pc:spChg chg="mod">
          <ac:chgData name="Алексей Голубев" userId="3c8aa089e0d51831" providerId="LiveId" clId="{90C5C133-E6AE-4343-A044-CFE890312162}" dt="2025-04-03T23:46:40.428" v="1350" actId="20577"/>
          <ac:spMkLst>
            <pc:docMk/>
            <pc:sldMk cId="3990500580" sldId="320"/>
            <ac:spMk id="66" creationId="{4EEFE409-E610-42DA-802C-D7F20B310233}"/>
          </ac:spMkLst>
        </pc:spChg>
        <pc:grpChg chg="add mod">
          <ac:chgData name="Алексей Голубев" userId="3c8aa089e0d51831" providerId="LiveId" clId="{90C5C133-E6AE-4343-A044-CFE890312162}" dt="2025-04-03T23:45:18.004" v="1169"/>
          <ac:grpSpMkLst>
            <pc:docMk/>
            <pc:sldMk cId="3990500580" sldId="320"/>
            <ac:grpSpMk id="64" creationId="{BFE04BA0-09B3-4AC4-B5B9-492EF248330D}"/>
          </ac:grpSpMkLst>
        </pc:grpChg>
        <pc:picChg chg="add mod">
          <ac:chgData name="Алексей Голубев" userId="3c8aa089e0d51831" providerId="LiveId" clId="{90C5C133-E6AE-4343-A044-CFE890312162}" dt="2025-04-03T23:44:29.340" v="1158" actId="1076"/>
          <ac:picMkLst>
            <pc:docMk/>
            <pc:sldMk cId="3990500580" sldId="320"/>
            <ac:picMk id="3" creationId="{05B318DA-ED5D-46B4-8AE8-AC1490108C9C}"/>
          </ac:picMkLst>
        </pc:picChg>
        <pc:picChg chg="add mod">
          <ac:chgData name="Алексей Голубев" userId="3c8aa089e0d51831" providerId="LiveId" clId="{90C5C133-E6AE-4343-A044-CFE890312162}" dt="2025-04-03T23:43:58.503" v="1151" actId="1076"/>
          <ac:picMkLst>
            <pc:docMk/>
            <pc:sldMk cId="3990500580" sldId="320"/>
            <ac:picMk id="5" creationId="{93DC4746-2453-462E-AD3D-7BF488E4F5C3}"/>
          </ac:picMkLst>
        </pc:picChg>
        <pc:cxnChg chg="add mod">
          <ac:chgData name="Алексей Голубев" userId="3c8aa089e0d51831" providerId="LiveId" clId="{90C5C133-E6AE-4343-A044-CFE890312162}" dt="2025-04-03T23:45:12.677" v="1168" actId="1582"/>
          <ac:cxnSpMkLst>
            <pc:docMk/>
            <pc:sldMk cId="3990500580" sldId="320"/>
            <ac:cxnSpMk id="7" creationId="{CC436165-2438-4C43-9810-03057662FA58}"/>
          </ac:cxnSpMkLst>
        </pc:cxnChg>
      </pc:sldChg>
      <pc:sldChg chg="addSp modSp mod">
        <pc:chgData name="Алексей Голубев" userId="3c8aa089e0d51831" providerId="LiveId" clId="{90C5C133-E6AE-4343-A044-CFE890312162}" dt="2025-04-03T23:53:16.252" v="1478" actId="11530"/>
        <pc:sldMkLst>
          <pc:docMk/>
          <pc:sldMk cId="4009184896" sldId="321"/>
        </pc:sldMkLst>
        <pc:spChg chg="mod">
          <ac:chgData name="Алексей Голубев" userId="3c8aa089e0d51831" providerId="LiveId" clId="{90C5C133-E6AE-4343-A044-CFE890312162}" dt="2025-04-03T23:48:43.435" v="1354"/>
          <ac:spMkLst>
            <pc:docMk/>
            <pc:sldMk cId="4009184896" sldId="321"/>
            <ac:spMk id="51" creationId="{923E60E9-2526-47D2-849C-C226A58945B5}"/>
          </ac:spMkLst>
        </pc:spChg>
        <pc:spChg chg="mod">
          <ac:chgData name="Алексей Голубев" userId="3c8aa089e0d51831" providerId="LiveId" clId="{90C5C133-E6AE-4343-A044-CFE890312162}" dt="2025-04-03T23:50:37.817" v="1419" actId="20577"/>
          <ac:spMkLst>
            <pc:docMk/>
            <pc:sldMk cId="4009184896" sldId="321"/>
            <ac:spMk id="52" creationId="{2C737CAD-B8E6-40DB-B019-13DFC2C1369F}"/>
          </ac:spMkLst>
        </pc:spChg>
        <pc:spChg chg="add mod">
          <ac:chgData name="Алексей Голубев" userId="3c8aa089e0d51831" providerId="LiveId" clId="{90C5C133-E6AE-4343-A044-CFE890312162}" dt="2025-04-03T23:53:06.618" v="1477" actId="20577"/>
          <ac:spMkLst>
            <pc:docMk/>
            <pc:sldMk cId="4009184896" sldId="321"/>
            <ac:spMk id="53" creationId="{1D91C328-1595-491F-9BFE-1F1A0ACE1AC7}"/>
          </ac:spMkLst>
        </pc:spChg>
        <pc:spChg chg="mod">
          <ac:chgData name="Алексей Голубев" userId="3c8aa089e0d51831" providerId="LiveId" clId="{90C5C133-E6AE-4343-A044-CFE890312162}" dt="2025-04-03T23:52:12.598" v="1426"/>
          <ac:spMkLst>
            <pc:docMk/>
            <pc:sldMk cId="4009184896" sldId="321"/>
            <ac:spMk id="57" creationId="{B3C9189D-0C35-4864-85FE-C14E751D888E}"/>
          </ac:spMkLst>
        </pc:spChg>
        <pc:spChg chg="mod">
          <ac:chgData name="Алексей Голубев" userId="3c8aa089e0d51831" providerId="LiveId" clId="{90C5C133-E6AE-4343-A044-CFE890312162}" dt="2025-04-03T23:52:44.180" v="1463" actId="122"/>
          <ac:spMkLst>
            <pc:docMk/>
            <pc:sldMk cId="4009184896" sldId="321"/>
            <ac:spMk id="58" creationId="{73B52D18-D27E-4EE0-88C1-402868AC8F86}"/>
          </ac:spMkLst>
        </pc:spChg>
        <pc:grpChg chg="add mod">
          <ac:chgData name="Алексей Голубев" userId="3c8aa089e0d51831" providerId="LiveId" clId="{90C5C133-E6AE-4343-A044-CFE890312162}" dt="2025-04-03T23:50:48.162" v="1421" actId="1076"/>
          <ac:grpSpMkLst>
            <pc:docMk/>
            <pc:sldMk cId="4009184896" sldId="321"/>
            <ac:grpSpMk id="50" creationId="{3B70A413-E160-46FD-9C0F-C64399C1286F}"/>
          </ac:grpSpMkLst>
        </pc:grpChg>
        <pc:grpChg chg="add mod">
          <ac:chgData name="Алексей Голубев" userId="3c8aa089e0d51831" providerId="LiveId" clId="{90C5C133-E6AE-4343-A044-CFE890312162}" dt="2025-04-03T23:52:53.929" v="1466" actId="1076"/>
          <ac:grpSpMkLst>
            <pc:docMk/>
            <pc:sldMk cId="4009184896" sldId="321"/>
            <ac:grpSpMk id="56" creationId="{849A9B64-3B6D-4CC6-A39A-15B48D6A2116}"/>
          </ac:grpSpMkLst>
        </pc:grpChg>
        <pc:picChg chg="add mod">
          <ac:chgData name="Алексей Голубев" userId="3c8aa089e0d51831" providerId="LiveId" clId="{90C5C133-E6AE-4343-A044-CFE890312162}" dt="2025-04-03T23:50:42.703" v="1420" actId="1076"/>
          <ac:picMkLst>
            <pc:docMk/>
            <pc:sldMk cId="4009184896" sldId="321"/>
            <ac:picMk id="3" creationId="{56AFE57D-878D-469E-9D45-313B8E315EDC}"/>
          </ac:picMkLst>
        </pc:picChg>
        <pc:picChg chg="add mod">
          <ac:chgData name="Алексей Голубев" userId="3c8aa089e0d51831" providerId="LiveId" clId="{90C5C133-E6AE-4343-A044-CFE890312162}" dt="2025-04-03T23:53:16.252" v="1478" actId="11530"/>
          <ac:picMkLst>
            <pc:docMk/>
            <pc:sldMk cId="4009184896" sldId="321"/>
            <ac:picMk id="5" creationId="{AC1D8B4E-5AD2-4067-AEED-03EF680F95FF}"/>
          </ac:picMkLst>
        </pc:picChg>
      </pc:sldChg>
      <pc:sldChg chg="addSp modSp mod">
        <pc:chgData name="Алексей Голубев" userId="3c8aa089e0d51831" providerId="LiveId" clId="{90C5C133-E6AE-4343-A044-CFE890312162}" dt="2025-04-03T23:55:16.501" v="1539" actId="1582"/>
        <pc:sldMkLst>
          <pc:docMk/>
          <pc:sldMk cId="3463735975" sldId="322"/>
        </pc:sldMkLst>
        <pc:spChg chg="mod">
          <ac:chgData name="Алексей Голубев" userId="3c8aa089e0d51831" providerId="LiveId" clId="{90C5C133-E6AE-4343-A044-CFE890312162}" dt="2025-04-03T23:54:05.111" v="1484"/>
          <ac:spMkLst>
            <pc:docMk/>
            <pc:sldMk cId="3463735975" sldId="322"/>
            <ac:spMk id="51" creationId="{BA4F997F-F849-47BE-AB37-9B3B8BE87E14}"/>
          </ac:spMkLst>
        </pc:spChg>
        <pc:spChg chg="mod">
          <ac:chgData name="Алексей Голубев" userId="3c8aa089e0d51831" providerId="LiveId" clId="{90C5C133-E6AE-4343-A044-CFE890312162}" dt="2025-04-03T23:54:23.885" v="1527" actId="20577"/>
          <ac:spMkLst>
            <pc:docMk/>
            <pc:sldMk cId="3463735975" sldId="322"/>
            <ac:spMk id="52" creationId="{43980D4D-C6E4-449E-AF70-F0C38EFEF684}"/>
          </ac:spMkLst>
        </pc:spChg>
        <pc:grpChg chg="add mod">
          <ac:chgData name="Алексей Голубев" userId="3c8aa089e0d51831" providerId="LiveId" clId="{90C5C133-E6AE-4343-A044-CFE890312162}" dt="2025-04-03T23:54:31.760" v="1529" actId="1076"/>
          <ac:grpSpMkLst>
            <pc:docMk/>
            <pc:sldMk cId="3463735975" sldId="322"/>
            <ac:grpSpMk id="50" creationId="{9395A574-AE72-45D6-BC2C-F9A1D2F54DDC}"/>
          </ac:grpSpMkLst>
        </pc:grpChg>
        <pc:picChg chg="add mod">
          <ac:chgData name="Алексей Голубев" userId="3c8aa089e0d51831" providerId="LiveId" clId="{90C5C133-E6AE-4343-A044-CFE890312162}" dt="2025-04-03T23:54:00.109" v="1483" actId="1076"/>
          <ac:picMkLst>
            <pc:docMk/>
            <pc:sldMk cId="3463735975" sldId="322"/>
            <ac:picMk id="3" creationId="{81337609-B606-4F18-80C3-4FF1B62B8FCB}"/>
          </ac:picMkLst>
        </pc:picChg>
        <pc:picChg chg="add mod">
          <ac:chgData name="Алексей Голубев" userId="3c8aa089e0d51831" providerId="LiveId" clId="{90C5C133-E6AE-4343-A044-CFE890312162}" dt="2025-04-03T23:54:55.158" v="1533" actId="1076"/>
          <ac:picMkLst>
            <pc:docMk/>
            <pc:sldMk cId="3463735975" sldId="322"/>
            <ac:picMk id="5" creationId="{3E1EA4C2-4429-403B-84C5-5332AB76E5AC}"/>
          </ac:picMkLst>
        </pc:picChg>
        <pc:cxnChg chg="add mod">
          <ac:chgData name="Алексей Голубев" userId="3c8aa089e0d51831" providerId="LiveId" clId="{90C5C133-E6AE-4343-A044-CFE890312162}" dt="2025-04-03T23:55:16.501" v="1539" actId="1582"/>
          <ac:cxnSpMkLst>
            <pc:docMk/>
            <pc:sldMk cId="3463735975" sldId="322"/>
            <ac:cxnSpMk id="7" creationId="{B7BDAE79-422A-4BC1-AD67-3FE67275CF1C}"/>
          </ac:cxnSpMkLst>
        </pc:cxnChg>
      </pc:sldChg>
      <pc:sldChg chg="addSp delSp modSp mod">
        <pc:chgData name="Алексей Голубев" userId="3c8aa089e0d51831" providerId="LiveId" clId="{90C5C133-E6AE-4343-A044-CFE890312162}" dt="2025-04-04T07:41:39.459" v="1562" actId="1076"/>
        <pc:sldMkLst>
          <pc:docMk/>
          <pc:sldMk cId="2250259958" sldId="323"/>
        </pc:sldMkLst>
        <pc:graphicFrameChg chg="del">
          <ac:chgData name="Алексей Голубев" userId="3c8aa089e0d51831" providerId="LiveId" clId="{90C5C133-E6AE-4343-A044-CFE890312162}" dt="2025-04-03T23:56:28.922" v="1543" actId="478"/>
          <ac:graphicFrameMkLst>
            <pc:docMk/>
            <pc:sldMk cId="2250259958" sldId="323"/>
            <ac:graphicFrameMk id="3" creationId="{FF026FA0-1488-4A97-92C6-92CF9C0C4582}"/>
          </ac:graphicFrameMkLst>
        </pc:graphicFrameChg>
        <pc:picChg chg="add mod">
          <ac:chgData name="Алексей Голубев" userId="3c8aa089e0d51831" providerId="LiveId" clId="{90C5C133-E6AE-4343-A044-CFE890312162}" dt="2025-04-04T07:41:14.056" v="1558" actId="1076"/>
          <ac:picMkLst>
            <pc:docMk/>
            <pc:sldMk cId="2250259958" sldId="323"/>
            <ac:picMk id="4" creationId="{C4210206-6459-4716-8386-BE08AAEDA523}"/>
          </ac:picMkLst>
        </pc:picChg>
        <pc:picChg chg="add mod">
          <ac:chgData name="Алексей Голубев" userId="3c8aa089e0d51831" providerId="LiveId" clId="{90C5C133-E6AE-4343-A044-CFE890312162}" dt="2025-04-04T07:41:39.459" v="1562" actId="1076"/>
          <ac:picMkLst>
            <pc:docMk/>
            <pc:sldMk cId="2250259958" sldId="323"/>
            <ac:picMk id="6" creationId="{39E7806E-ABAC-467C-B82A-974BA5397C76}"/>
          </ac:picMkLst>
        </pc:picChg>
      </pc:sldChg>
      <pc:sldChg chg="add del">
        <pc:chgData name="Алексей Голубев" userId="3c8aa089e0d51831" providerId="LiveId" clId="{90C5C133-E6AE-4343-A044-CFE890312162}" dt="2025-04-03T22:37:09.187" v="4" actId="2696"/>
        <pc:sldMkLst>
          <pc:docMk/>
          <pc:sldMk cId="2300895407" sldId="339"/>
        </pc:sldMkLst>
      </pc:sldChg>
      <pc:sldChg chg="addSp delSp modSp mod">
        <pc:chgData name="Алексей Голубев" userId="3c8aa089e0d51831" providerId="LiveId" clId="{90C5C133-E6AE-4343-A044-CFE890312162}" dt="2025-04-03T22:38:36.186" v="12" actId="1076"/>
        <pc:sldMkLst>
          <pc:docMk/>
          <pc:sldMk cId="3407492478" sldId="339"/>
        </pc:sldMkLst>
        <pc:picChg chg="add mod">
          <ac:chgData name="Алексей Голубев" userId="3c8aa089e0d51831" providerId="LiveId" clId="{90C5C133-E6AE-4343-A044-CFE890312162}" dt="2025-04-03T22:38:36.186" v="12" actId="1076"/>
          <ac:picMkLst>
            <pc:docMk/>
            <pc:sldMk cId="3407492478" sldId="339"/>
            <ac:picMk id="3" creationId="{064BE06B-F409-45F6-82CE-4F229A65B2A3}"/>
          </ac:picMkLst>
        </pc:picChg>
        <pc:picChg chg="del">
          <ac:chgData name="Алексей Голубев" userId="3c8aa089e0d51831" providerId="LiveId" clId="{90C5C133-E6AE-4343-A044-CFE890312162}" dt="2025-04-03T22:38:13.220" v="7" actId="478"/>
          <ac:picMkLst>
            <pc:docMk/>
            <pc:sldMk cId="3407492478" sldId="339"/>
            <ac:picMk id="5" creationId="{8B9BFCC9-B67A-42A2-AFE1-CE3800F54813}"/>
          </ac:picMkLst>
        </pc:picChg>
      </pc:sldChg>
      <pc:sldChg chg="addSp delSp modSp mod">
        <pc:chgData name="Алексей Голубев" userId="3c8aa089e0d51831" providerId="LiveId" clId="{90C5C133-E6AE-4343-A044-CFE890312162}" dt="2025-04-03T22:40:29.413" v="21" actId="1076"/>
        <pc:sldMkLst>
          <pc:docMk/>
          <pc:sldMk cId="1351779172" sldId="340"/>
        </pc:sldMkLst>
        <pc:picChg chg="add mod">
          <ac:chgData name="Алексей Голубев" userId="3c8aa089e0d51831" providerId="LiveId" clId="{90C5C133-E6AE-4343-A044-CFE890312162}" dt="2025-04-03T22:40:29.413" v="21" actId="1076"/>
          <ac:picMkLst>
            <pc:docMk/>
            <pc:sldMk cId="1351779172" sldId="340"/>
            <ac:picMk id="3" creationId="{3B09DFEA-E8F9-4DF4-BD33-39A76706763F}"/>
          </ac:picMkLst>
        </pc:picChg>
        <pc:picChg chg="del">
          <ac:chgData name="Алексей Голубев" userId="3c8aa089e0d51831" providerId="LiveId" clId="{90C5C133-E6AE-4343-A044-CFE890312162}" dt="2025-04-03T22:40:06.394" v="19" actId="478"/>
          <ac:picMkLst>
            <pc:docMk/>
            <pc:sldMk cId="1351779172" sldId="340"/>
            <ac:picMk id="5" creationId="{8B9BFCC9-B67A-42A2-AFE1-CE3800F54813}"/>
          </ac:picMkLst>
        </pc:picChg>
      </pc:sldChg>
      <pc:sldChg chg="del">
        <pc:chgData name="Алексей Голубев" userId="3c8aa089e0d51831" providerId="LiveId" clId="{90C5C133-E6AE-4343-A044-CFE890312162}" dt="2025-04-03T22:38:54.199" v="13" actId="47"/>
        <pc:sldMkLst>
          <pc:docMk/>
          <pc:sldMk cId="4231538581" sldId="341"/>
        </pc:sldMkLst>
      </pc:sldChg>
      <pc:sldChg chg="delSp modSp del mod">
        <pc:chgData name="Алексей Голубев" userId="3c8aa089e0d51831" providerId="LiveId" clId="{90C5C133-E6AE-4343-A044-CFE890312162}" dt="2025-04-03T23:21:10.768" v="642" actId="47"/>
        <pc:sldMkLst>
          <pc:docMk/>
          <pc:sldMk cId="3979715791" sldId="343"/>
        </pc:sldMkLst>
        <pc:spChg chg="mod">
          <ac:chgData name="Алексей Голубев" userId="3c8aa089e0d51831" providerId="LiveId" clId="{90C5C133-E6AE-4343-A044-CFE890312162}" dt="2025-04-03T23:19:19.622" v="607" actId="20577"/>
          <ac:spMkLst>
            <pc:docMk/>
            <pc:sldMk cId="3979715791" sldId="343"/>
            <ac:spMk id="48" creationId="{35AB75C4-49AF-460B-A378-DAEE2C68FBC4}"/>
          </ac:spMkLst>
        </pc:spChg>
        <pc:spChg chg="mod">
          <ac:chgData name="Алексей Голубев" userId="3c8aa089e0d51831" providerId="LiveId" clId="{90C5C133-E6AE-4343-A044-CFE890312162}" dt="2025-04-03T23:19:10.771" v="599" actId="1076"/>
          <ac:spMkLst>
            <pc:docMk/>
            <pc:sldMk cId="3979715791" sldId="343"/>
            <ac:spMk id="51" creationId="{C52C2504-A1B3-4F8D-BF39-C4878FF1A081}"/>
          </ac:spMkLst>
        </pc:spChg>
        <pc:picChg chg="del">
          <ac:chgData name="Алексей Голубев" userId="3c8aa089e0d51831" providerId="LiveId" clId="{90C5C133-E6AE-4343-A044-CFE890312162}" dt="2025-04-03T23:19:23.280" v="608" actId="478"/>
          <ac:picMkLst>
            <pc:docMk/>
            <pc:sldMk cId="3979715791" sldId="343"/>
            <ac:picMk id="3" creationId="{AE004CB5-82DD-4E11-852E-BE5E119ABB32}"/>
          </ac:picMkLst>
        </pc:picChg>
      </pc:sldChg>
      <pc:sldChg chg="delSp add del mod">
        <pc:chgData name="Алексей Голубев" userId="3c8aa089e0d51831" providerId="LiveId" clId="{90C5C133-E6AE-4343-A044-CFE890312162}" dt="2025-04-03T23:21:12.561" v="643" actId="47"/>
        <pc:sldMkLst>
          <pc:docMk/>
          <pc:sldMk cId="2302838545" sldId="344"/>
        </pc:sldMkLst>
        <pc:picChg chg="del">
          <ac:chgData name="Алексей Голубев" userId="3c8aa089e0d51831" providerId="LiveId" clId="{90C5C133-E6AE-4343-A044-CFE890312162}" dt="2025-04-03T23:19:35.665" v="612" actId="478"/>
          <ac:picMkLst>
            <pc:docMk/>
            <pc:sldMk cId="2302838545" sldId="344"/>
            <ac:picMk id="3" creationId="{AE004CB5-82DD-4E11-852E-BE5E119ABB32}"/>
          </ac:picMkLst>
        </pc:picChg>
      </pc:sldChg>
      <pc:sldChg chg="addSp delSp modSp add del mod">
        <pc:chgData name="Алексей Голубев" userId="3c8aa089e0d51831" providerId="LiveId" clId="{90C5C133-E6AE-4343-A044-CFE890312162}" dt="2025-04-03T23:21:21.017" v="649" actId="20577"/>
        <pc:sldMkLst>
          <pc:docMk/>
          <pc:sldMk cId="965977335" sldId="345"/>
        </pc:sldMkLst>
        <pc:spChg chg="mod">
          <ac:chgData name="Алексей Голубев" userId="3c8aa089e0d51831" providerId="LiveId" clId="{90C5C133-E6AE-4343-A044-CFE890312162}" dt="2025-04-03T23:21:21.017" v="649" actId="20577"/>
          <ac:spMkLst>
            <pc:docMk/>
            <pc:sldMk cId="965977335" sldId="345"/>
            <ac:spMk id="48" creationId="{35AB75C4-49AF-460B-A378-DAEE2C68FBC4}"/>
          </ac:spMkLst>
        </pc:spChg>
        <pc:spChg chg="mod">
          <ac:chgData name="Алексей Голубев" userId="3c8aa089e0d51831" providerId="LiveId" clId="{90C5C133-E6AE-4343-A044-CFE890312162}" dt="2025-04-03T23:21:15.856" v="645" actId="20577"/>
          <ac:spMkLst>
            <pc:docMk/>
            <pc:sldMk cId="965977335" sldId="345"/>
            <ac:spMk id="51" creationId="{C52C2504-A1B3-4F8D-BF39-C4878FF1A081}"/>
          </ac:spMkLst>
        </pc:spChg>
        <pc:grpChg chg="mod">
          <ac:chgData name="Алексей Голубев" userId="3c8aa089e0d51831" providerId="LiveId" clId="{90C5C133-E6AE-4343-A044-CFE890312162}" dt="2025-04-03T23:20:54.478" v="641" actId="1076"/>
          <ac:grpSpMkLst>
            <pc:docMk/>
            <pc:sldMk cId="965977335" sldId="345"/>
            <ac:grpSpMk id="49" creationId="{B3E1883D-E3A5-4E14-AA29-38F31AEE71C2}"/>
          </ac:grpSpMkLst>
        </pc:grpChg>
        <pc:picChg chg="del">
          <ac:chgData name="Алексей Голубев" userId="3c8aa089e0d51831" providerId="LiveId" clId="{90C5C133-E6AE-4343-A044-CFE890312162}" dt="2025-04-03T23:19:42.481" v="616" actId="478"/>
          <ac:picMkLst>
            <pc:docMk/>
            <pc:sldMk cId="965977335" sldId="345"/>
            <ac:picMk id="3" creationId="{AE004CB5-82DD-4E11-852E-BE5E119ABB32}"/>
          </ac:picMkLst>
        </pc:picChg>
        <pc:picChg chg="add mod">
          <ac:chgData name="Алексей Голубев" userId="3c8aa089e0d51831" providerId="LiveId" clId="{90C5C133-E6AE-4343-A044-CFE890312162}" dt="2025-04-03T23:20:06.519" v="622" actId="11530"/>
          <ac:picMkLst>
            <pc:docMk/>
            <pc:sldMk cId="965977335" sldId="345"/>
            <ac:picMk id="4" creationId="{956FBABB-84AA-411E-98B5-32E9F064284F}"/>
          </ac:picMkLst>
        </pc:picChg>
        <pc:picChg chg="del">
          <ac:chgData name="Алексей Голубев" userId="3c8aa089e0d51831" providerId="LiveId" clId="{90C5C133-E6AE-4343-A044-CFE890312162}" dt="2025-04-03T23:20:08.418" v="623" actId="478"/>
          <ac:picMkLst>
            <pc:docMk/>
            <pc:sldMk cId="965977335" sldId="345"/>
            <ac:picMk id="5" creationId="{BD7D027B-E9DB-429E-9B3F-FCF8A3890103}"/>
          </ac:picMkLst>
        </pc:picChg>
        <pc:picChg chg="add mod">
          <ac:chgData name="Алексей Голубев" userId="3c8aa089e0d51831" providerId="LiveId" clId="{90C5C133-E6AE-4343-A044-CFE890312162}" dt="2025-04-03T23:20:51.852" v="640" actId="1076"/>
          <ac:picMkLst>
            <pc:docMk/>
            <pc:sldMk cId="965977335" sldId="345"/>
            <ac:picMk id="7" creationId="{312A8CE0-C425-40AB-A65F-B4F968A83D0C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42:52.616" v="1569" actId="1076"/>
        <pc:sldMkLst>
          <pc:docMk/>
          <pc:sldMk cId="2767471943" sldId="346"/>
        </pc:sldMkLst>
        <pc:picChg chg="add mod">
          <ac:chgData name="Алексей Голубев" userId="3c8aa089e0d51831" providerId="LiveId" clId="{90C5C133-E6AE-4343-A044-CFE890312162}" dt="2025-04-04T07:42:28.975" v="1566" actId="1076"/>
          <ac:picMkLst>
            <pc:docMk/>
            <pc:sldMk cId="2767471943" sldId="346"/>
            <ac:picMk id="3" creationId="{68A9DEF0-5BC9-4F12-9410-E4B6D4287FA2}"/>
          </ac:picMkLst>
        </pc:picChg>
        <pc:picChg chg="add mod">
          <ac:chgData name="Алексей Голубев" userId="3c8aa089e0d51831" providerId="LiveId" clId="{90C5C133-E6AE-4343-A044-CFE890312162}" dt="2025-04-04T07:42:52.616" v="1569" actId="1076"/>
          <ac:picMkLst>
            <pc:docMk/>
            <pc:sldMk cId="2767471943" sldId="346"/>
            <ac:picMk id="5" creationId="{8F4B1CCF-94C8-49C3-BC97-68053D1ADB74}"/>
          </ac:picMkLst>
        </pc:picChg>
      </pc:sldChg>
      <pc:sldChg chg="addSp delSp modSp add mod">
        <pc:chgData name="Алексей Голубев" userId="3c8aa089e0d51831" providerId="LiveId" clId="{90C5C133-E6AE-4343-A044-CFE890312162}" dt="2025-04-04T07:44:18.391" v="1579" actId="1076"/>
        <pc:sldMkLst>
          <pc:docMk/>
          <pc:sldMk cId="4012869286" sldId="347"/>
        </pc:sldMkLst>
        <pc:picChg chg="add mod">
          <ac:chgData name="Алексей Голубев" userId="3c8aa089e0d51831" providerId="LiveId" clId="{90C5C133-E6AE-4343-A044-CFE890312162}" dt="2025-04-04T07:43:56.028" v="1575" actId="1076"/>
          <ac:picMkLst>
            <pc:docMk/>
            <pc:sldMk cId="4012869286" sldId="347"/>
            <ac:picMk id="3" creationId="{59563038-9E9A-4CE3-9DB4-8000BF9C9280}"/>
          </ac:picMkLst>
        </pc:picChg>
        <pc:picChg chg="add mod">
          <ac:chgData name="Алексей Голубев" userId="3c8aa089e0d51831" providerId="LiveId" clId="{90C5C133-E6AE-4343-A044-CFE890312162}" dt="2025-04-04T07:44:18.391" v="1579" actId="1076"/>
          <ac:picMkLst>
            <pc:docMk/>
            <pc:sldMk cId="4012869286" sldId="347"/>
            <ac:picMk id="5" creationId="{8E7DF838-A853-4293-8656-F4F21E4BE8CD}"/>
          </ac:picMkLst>
        </pc:picChg>
        <pc:picChg chg="add del mod">
          <ac:chgData name="Алексей Голубев" userId="3c8aa089e0d51831" providerId="LiveId" clId="{90C5C133-E6AE-4343-A044-CFE890312162}" dt="2025-04-04T07:43:50.885" v="1574" actId="478"/>
          <ac:picMkLst>
            <pc:docMk/>
            <pc:sldMk cId="4012869286" sldId="347"/>
            <ac:picMk id="48" creationId="{5112ED00-620C-4772-B29C-0C13A1AE1E7F}"/>
          </ac:picMkLst>
        </pc:picChg>
      </pc:sldChg>
      <pc:sldChg chg="addSp delSp modSp add mod">
        <pc:chgData name="Алексей Голубев" userId="3c8aa089e0d51831" providerId="LiveId" clId="{90C5C133-E6AE-4343-A044-CFE890312162}" dt="2025-04-04T07:46:16.764" v="1596" actId="1076"/>
        <pc:sldMkLst>
          <pc:docMk/>
          <pc:sldMk cId="3515343925" sldId="348"/>
        </pc:sldMkLst>
        <pc:picChg chg="add del mod">
          <ac:chgData name="Алексей Голубев" userId="3c8aa089e0d51831" providerId="LiveId" clId="{90C5C133-E6AE-4343-A044-CFE890312162}" dt="2025-04-04T07:46:08.017" v="1591" actId="478"/>
          <ac:picMkLst>
            <pc:docMk/>
            <pc:sldMk cId="3515343925" sldId="348"/>
            <ac:picMk id="3" creationId="{19347EAB-3711-4857-9D14-1AB31EAB82A3}"/>
          </ac:picMkLst>
        </pc:picChg>
        <pc:picChg chg="add mod">
          <ac:chgData name="Алексей Голубев" userId="3c8aa089e0d51831" providerId="LiveId" clId="{90C5C133-E6AE-4343-A044-CFE890312162}" dt="2025-04-04T07:45:26.656" v="1590" actId="1076"/>
          <ac:picMkLst>
            <pc:docMk/>
            <pc:sldMk cId="3515343925" sldId="348"/>
            <ac:picMk id="5" creationId="{1D425FD2-0D6A-4A72-8691-1C7A3F3D6F6F}"/>
          </ac:picMkLst>
        </pc:picChg>
        <pc:picChg chg="add mod">
          <ac:chgData name="Алексей Голубев" userId="3c8aa089e0d51831" providerId="LiveId" clId="{90C5C133-E6AE-4343-A044-CFE890312162}" dt="2025-04-04T07:46:16.764" v="1596" actId="1076"/>
          <ac:picMkLst>
            <pc:docMk/>
            <pc:sldMk cId="3515343925" sldId="348"/>
            <ac:picMk id="7" creationId="{F12D8094-73C5-4CF0-8A6F-487232F4A6E6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47:26.084" v="1599" actId="1076"/>
        <pc:sldMkLst>
          <pc:docMk/>
          <pc:sldMk cId="3882491021" sldId="349"/>
        </pc:sldMkLst>
        <pc:picChg chg="add mod">
          <ac:chgData name="Алексей Голубев" userId="3c8aa089e0d51831" providerId="LiveId" clId="{90C5C133-E6AE-4343-A044-CFE890312162}" dt="2025-04-04T07:47:26.084" v="1599" actId="1076"/>
          <ac:picMkLst>
            <pc:docMk/>
            <pc:sldMk cId="3882491021" sldId="349"/>
            <ac:picMk id="3" creationId="{ABE4EB72-5A15-4DC0-BB7D-94F67AA81910}"/>
          </ac:picMkLst>
        </pc:picChg>
      </pc:sldChg>
      <pc:sldChg chg="addSp delSp modSp add mod">
        <pc:chgData name="Алексей Голубев" userId="3c8aa089e0d51831" providerId="LiveId" clId="{90C5C133-E6AE-4343-A044-CFE890312162}" dt="2025-04-04T07:49:34.218" v="1617" actId="1076"/>
        <pc:sldMkLst>
          <pc:docMk/>
          <pc:sldMk cId="829523912" sldId="350"/>
        </pc:sldMkLst>
        <pc:picChg chg="add del mod">
          <ac:chgData name="Алексей Голубев" userId="3c8aa089e0d51831" providerId="LiveId" clId="{90C5C133-E6AE-4343-A044-CFE890312162}" dt="2025-04-04T07:48:13.010" v="1603" actId="478"/>
          <ac:picMkLst>
            <pc:docMk/>
            <pc:sldMk cId="829523912" sldId="350"/>
            <ac:picMk id="3" creationId="{337ABB01-0704-4044-9052-83A49C83B2AC}"/>
          </ac:picMkLst>
        </pc:picChg>
        <pc:picChg chg="add mod">
          <ac:chgData name="Алексей Голубев" userId="3c8aa089e0d51831" providerId="LiveId" clId="{90C5C133-E6AE-4343-A044-CFE890312162}" dt="2025-04-04T07:49:13.675" v="1611" actId="1076"/>
          <ac:picMkLst>
            <pc:docMk/>
            <pc:sldMk cId="829523912" sldId="350"/>
            <ac:picMk id="5" creationId="{6F696DD7-3A50-4F4C-A936-2670D0F89041}"/>
          </ac:picMkLst>
        </pc:picChg>
        <pc:picChg chg="add mod">
          <ac:chgData name="Алексей Голубев" userId="3c8aa089e0d51831" providerId="LiveId" clId="{90C5C133-E6AE-4343-A044-CFE890312162}" dt="2025-04-04T07:49:33.567" v="1616" actId="14100"/>
          <ac:picMkLst>
            <pc:docMk/>
            <pc:sldMk cId="829523912" sldId="350"/>
            <ac:picMk id="7" creationId="{8E47424B-4B51-4A13-AE6D-E28E6FDBE8BC}"/>
          </ac:picMkLst>
        </pc:picChg>
        <pc:picChg chg="add mod">
          <ac:chgData name="Алексей Голубев" userId="3c8aa089e0d51831" providerId="LiveId" clId="{90C5C133-E6AE-4343-A044-CFE890312162}" dt="2025-04-04T07:49:34.218" v="1617" actId="1076"/>
          <ac:picMkLst>
            <pc:docMk/>
            <pc:sldMk cId="829523912" sldId="350"/>
            <ac:picMk id="9" creationId="{6A77C5DA-D3B6-4E01-950B-A724F6B36454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0:57.895" v="1623" actId="1076"/>
        <pc:sldMkLst>
          <pc:docMk/>
          <pc:sldMk cId="3395548178" sldId="351"/>
        </pc:sldMkLst>
        <pc:picChg chg="add mod">
          <ac:chgData name="Алексей Голубев" userId="3c8aa089e0d51831" providerId="LiveId" clId="{90C5C133-E6AE-4343-A044-CFE890312162}" dt="2025-04-04T07:50:06.549" v="1620" actId="1076"/>
          <ac:picMkLst>
            <pc:docMk/>
            <pc:sldMk cId="3395548178" sldId="351"/>
            <ac:picMk id="3" creationId="{E9256E7D-E8D2-4F5B-BC75-6D18B59ABEDE}"/>
          </ac:picMkLst>
        </pc:picChg>
        <pc:picChg chg="add mod">
          <ac:chgData name="Алексей Голубев" userId="3c8aa089e0d51831" providerId="LiveId" clId="{90C5C133-E6AE-4343-A044-CFE890312162}" dt="2025-04-04T07:50:57.895" v="1623" actId="1076"/>
          <ac:picMkLst>
            <pc:docMk/>
            <pc:sldMk cId="3395548178" sldId="351"/>
            <ac:picMk id="5" creationId="{5EC9715D-E51C-4CD8-BA05-D38697E2F8A3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1:48.313" v="1629" actId="1076"/>
        <pc:sldMkLst>
          <pc:docMk/>
          <pc:sldMk cId="199183462" sldId="352"/>
        </pc:sldMkLst>
        <pc:picChg chg="add mod">
          <ac:chgData name="Алексей Голубев" userId="3c8aa089e0d51831" providerId="LiveId" clId="{90C5C133-E6AE-4343-A044-CFE890312162}" dt="2025-04-04T07:51:29.952" v="1626" actId="1076"/>
          <ac:picMkLst>
            <pc:docMk/>
            <pc:sldMk cId="199183462" sldId="352"/>
            <ac:picMk id="3" creationId="{3B59BBFD-7D49-4625-B822-F3032D9C7F1C}"/>
          </ac:picMkLst>
        </pc:picChg>
        <pc:picChg chg="add mod">
          <ac:chgData name="Алексей Голубев" userId="3c8aa089e0d51831" providerId="LiveId" clId="{90C5C133-E6AE-4343-A044-CFE890312162}" dt="2025-04-04T07:51:48.313" v="1629" actId="1076"/>
          <ac:picMkLst>
            <pc:docMk/>
            <pc:sldMk cId="199183462" sldId="352"/>
            <ac:picMk id="5" creationId="{20F719CA-CC1F-454E-AFC7-11C2C7CC8093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2:55.378" v="1635" actId="1076"/>
        <pc:sldMkLst>
          <pc:docMk/>
          <pc:sldMk cId="488220266" sldId="353"/>
        </pc:sldMkLst>
        <pc:picChg chg="add mod">
          <ac:chgData name="Алексей Голубев" userId="3c8aa089e0d51831" providerId="LiveId" clId="{90C5C133-E6AE-4343-A044-CFE890312162}" dt="2025-04-04T07:52:35.502" v="1632" actId="1076"/>
          <ac:picMkLst>
            <pc:docMk/>
            <pc:sldMk cId="488220266" sldId="353"/>
            <ac:picMk id="3" creationId="{C17504DA-3E4B-470E-8B9F-7EBC8021C587}"/>
          </ac:picMkLst>
        </pc:picChg>
        <pc:picChg chg="add mod">
          <ac:chgData name="Алексей Голубев" userId="3c8aa089e0d51831" providerId="LiveId" clId="{90C5C133-E6AE-4343-A044-CFE890312162}" dt="2025-04-04T07:52:55.378" v="1635" actId="1076"/>
          <ac:picMkLst>
            <pc:docMk/>
            <pc:sldMk cId="488220266" sldId="353"/>
            <ac:picMk id="5" creationId="{249FAD8C-8C7C-420C-9F1C-EBAAF39282EE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5:55.447" v="1677" actId="1076"/>
        <pc:sldMkLst>
          <pc:docMk/>
          <pc:sldMk cId="2794362475" sldId="354"/>
        </pc:sldMkLst>
        <pc:picChg chg="add mod">
          <ac:chgData name="Алексей Голубев" userId="3c8aa089e0d51831" providerId="LiveId" clId="{90C5C133-E6AE-4343-A044-CFE890312162}" dt="2025-04-04T07:55:48.909" v="1673" actId="1076"/>
          <ac:picMkLst>
            <pc:docMk/>
            <pc:sldMk cId="2794362475" sldId="354"/>
            <ac:picMk id="3" creationId="{BDB37D82-81A0-4255-A62D-E6772CF31678}"/>
          </ac:picMkLst>
        </pc:picChg>
        <pc:picChg chg="add mod">
          <ac:chgData name="Алексей Голубев" userId="3c8aa089e0d51831" providerId="LiveId" clId="{90C5C133-E6AE-4343-A044-CFE890312162}" dt="2025-04-04T07:55:54.174" v="1676" actId="1076"/>
          <ac:picMkLst>
            <pc:docMk/>
            <pc:sldMk cId="2794362475" sldId="354"/>
            <ac:picMk id="5" creationId="{63ED2E4C-AF64-4E18-A609-9D9A259DDA51}"/>
          </ac:picMkLst>
        </pc:picChg>
        <pc:picChg chg="add mod">
          <ac:chgData name="Алексей Голубев" userId="3c8aa089e0d51831" providerId="LiveId" clId="{90C5C133-E6AE-4343-A044-CFE890312162}" dt="2025-04-04T07:55:55.447" v="1677" actId="1076"/>
          <ac:picMkLst>
            <pc:docMk/>
            <pc:sldMk cId="2794362475" sldId="354"/>
            <ac:picMk id="7" creationId="{0BC29051-7A74-428F-9930-7013F4F39916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9:00.850" v="1694" actId="1076"/>
        <pc:sldMkLst>
          <pc:docMk/>
          <pc:sldMk cId="2718664084" sldId="355"/>
        </pc:sldMkLst>
        <pc:picChg chg="add mod">
          <ac:chgData name="Алексей Голубев" userId="3c8aa089e0d51831" providerId="LiveId" clId="{90C5C133-E6AE-4343-A044-CFE890312162}" dt="2025-04-04T07:58:26.270" v="1686" actId="1076"/>
          <ac:picMkLst>
            <pc:docMk/>
            <pc:sldMk cId="2718664084" sldId="355"/>
            <ac:picMk id="3" creationId="{F7449049-4571-4299-A210-BF28AF3C612C}"/>
          </ac:picMkLst>
        </pc:picChg>
        <pc:picChg chg="add mod">
          <ac:chgData name="Алексей Голубев" userId="3c8aa089e0d51831" providerId="LiveId" clId="{90C5C133-E6AE-4343-A044-CFE890312162}" dt="2025-04-04T07:59:00.850" v="1694" actId="1076"/>
          <ac:picMkLst>
            <pc:docMk/>
            <pc:sldMk cId="2718664084" sldId="355"/>
            <ac:picMk id="5" creationId="{3B48CC7A-36ED-48D1-A1E7-AE6B08563B92}"/>
          </ac:picMkLst>
        </pc:picChg>
        <pc:picChg chg="add mod">
          <ac:chgData name="Алексей Голубев" userId="3c8aa089e0d51831" providerId="LiveId" clId="{90C5C133-E6AE-4343-A044-CFE890312162}" dt="2025-04-04T07:58:59.519" v="1693" actId="1076"/>
          <ac:picMkLst>
            <pc:docMk/>
            <pc:sldMk cId="2718664084" sldId="355"/>
            <ac:picMk id="7" creationId="{4EA7FC41-C845-4C64-84E0-2D0937E869F4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09:03.870" v="1701" actId="1076"/>
        <pc:sldMkLst>
          <pc:docMk/>
          <pc:sldMk cId="3180331752" sldId="356"/>
        </pc:sldMkLst>
        <pc:picChg chg="add mod">
          <ac:chgData name="Алексей Голубев" userId="3c8aa089e0d51831" providerId="LiveId" clId="{90C5C133-E6AE-4343-A044-CFE890312162}" dt="2025-04-04T08:08:31.932" v="1698" actId="1076"/>
          <ac:picMkLst>
            <pc:docMk/>
            <pc:sldMk cId="3180331752" sldId="356"/>
            <ac:picMk id="3" creationId="{8855434D-4746-4A97-B28C-0DBF8F034AEE}"/>
          </ac:picMkLst>
        </pc:picChg>
        <pc:picChg chg="add mod">
          <ac:chgData name="Алексей Голубев" userId="3c8aa089e0d51831" providerId="LiveId" clId="{90C5C133-E6AE-4343-A044-CFE890312162}" dt="2025-04-04T08:09:03.870" v="1701" actId="1076"/>
          <ac:picMkLst>
            <pc:docMk/>
            <pc:sldMk cId="3180331752" sldId="356"/>
            <ac:picMk id="5" creationId="{D6D627A4-6B3E-4661-8BA9-E663F34C3532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16:53.241" v="1720" actId="1076"/>
        <pc:sldMkLst>
          <pc:docMk/>
          <pc:sldMk cId="382668830" sldId="357"/>
        </pc:sldMkLst>
        <pc:picChg chg="add mod">
          <ac:chgData name="Алексей Голубев" userId="3c8aa089e0d51831" providerId="LiveId" clId="{90C5C133-E6AE-4343-A044-CFE890312162}" dt="2025-04-04T08:16:51.478" v="1718" actId="1076"/>
          <ac:picMkLst>
            <pc:docMk/>
            <pc:sldMk cId="382668830" sldId="357"/>
            <ac:picMk id="3" creationId="{7D144231-C465-4224-B7E1-42F8B76663BF}"/>
          </ac:picMkLst>
        </pc:picChg>
        <pc:picChg chg="add mod">
          <ac:chgData name="Алексей Голубев" userId="3c8aa089e0d51831" providerId="LiveId" clId="{90C5C133-E6AE-4343-A044-CFE890312162}" dt="2025-04-04T08:16:52.371" v="1719" actId="1076"/>
          <ac:picMkLst>
            <pc:docMk/>
            <pc:sldMk cId="382668830" sldId="357"/>
            <ac:picMk id="5" creationId="{DFDE45E4-C6E9-4180-8355-CA28230C8C1F}"/>
          </ac:picMkLst>
        </pc:picChg>
        <pc:picChg chg="add mod">
          <ac:chgData name="Алексей Голубев" userId="3c8aa089e0d51831" providerId="LiveId" clId="{90C5C133-E6AE-4343-A044-CFE890312162}" dt="2025-04-04T08:16:53.241" v="1720" actId="1076"/>
          <ac:picMkLst>
            <pc:docMk/>
            <pc:sldMk cId="382668830" sldId="357"/>
            <ac:picMk id="7" creationId="{E86A92B9-38BA-4F1C-9884-A096B65AEC78}"/>
          </ac:picMkLst>
        </pc:picChg>
      </pc:sldChg>
      <pc:sldChg chg="addSp delSp modSp add mod">
        <pc:chgData name="Алексей Голубев" userId="3c8aa089e0d51831" providerId="LiveId" clId="{90C5C133-E6AE-4343-A044-CFE890312162}" dt="2025-04-04T08:18:04.340" v="1737" actId="1076"/>
        <pc:sldMkLst>
          <pc:docMk/>
          <pc:sldMk cId="3264172942" sldId="358"/>
        </pc:sldMkLst>
        <pc:picChg chg="add del mod">
          <ac:chgData name="Алексей Голубев" userId="3c8aa089e0d51831" providerId="LiveId" clId="{90C5C133-E6AE-4343-A044-CFE890312162}" dt="2025-04-04T08:17:20.358" v="1723" actId="478"/>
          <ac:picMkLst>
            <pc:docMk/>
            <pc:sldMk cId="3264172942" sldId="358"/>
            <ac:picMk id="3" creationId="{1E4A9EB6-4185-4B53-9746-B8929AD606A2}"/>
          </ac:picMkLst>
        </pc:picChg>
        <pc:picChg chg="add mod">
          <ac:chgData name="Алексей Голубев" userId="3c8aa089e0d51831" providerId="LiveId" clId="{90C5C133-E6AE-4343-A044-CFE890312162}" dt="2025-04-04T08:17:33.886" v="1726" actId="1076"/>
          <ac:picMkLst>
            <pc:docMk/>
            <pc:sldMk cId="3264172942" sldId="358"/>
            <ac:picMk id="5" creationId="{CD7AADB0-BAA7-4BB0-B579-975DAEC1B6CF}"/>
          </ac:picMkLst>
        </pc:picChg>
        <pc:picChg chg="add mod">
          <ac:chgData name="Алексей Голубев" userId="3c8aa089e0d51831" providerId="LiveId" clId="{90C5C133-E6AE-4343-A044-CFE890312162}" dt="2025-04-04T08:18:00.222" v="1736" actId="1076"/>
          <ac:picMkLst>
            <pc:docMk/>
            <pc:sldMk cId="3264172942" sldId="358"/>
            <ac:picMk id="7" creationId="{C7FD9533-E7DF-4A50-9AAF-6218E2667711}"/>
          </ac:picMkLst>
        </pc:picChg>
        <pc:picChg chg="add mod">
          <ac:chgData name="Алексей Голубев" userId="3c8aa089e0d51831" providerId="LiveId" clId="{90C5C133-E6AE-4343-A044-CFE890312162}" dt="2025-04-04T08:18:04.340" v="1737" actId="1076"/>
          <ac:picMkLst>
            <pc:docMk/>
            <pc:sldMk cId="3264172942" sldId="358"/>
            <ac:picMk id="52" creationId="{61DBECC1-5BE2-45FC-951F-15F82E2DE7D8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18:35.833" v="1743" actId="1076"/>
        <pc:sldMkLst>
          <pc:docMk/>
          <pc:sldMk cId="2593667782" sldId="359"/>
        </pc:sldMkLst>
        <pc:picChg chg="add mod">
          <ac:chgData name="Алексей Голубев" userId="3c8aa089e0d51831" providerId="LiveId" clId="{90C5C133-E6AE-4343-A044-CFE890312162}" dt="2025-04-04T08:18:24.280" v="1741" actId="1076"/>
          <ac:picMkLst>
            <pc:docMk/>
            <pc:sldMk cId="2593667782" sldId="359"/>
            <ac:picMk id="3" creationId="{123D49B0-FD8A-4F78-B8DD-7A333161A265}"/>
          </ac:picMkLst>
        </pc:picChg>
        <pc:picChg chg="add mod">
          <ac:chgData name="Алексей Голубев" userId="3c8aa089e0d51831" providerId="LiveId" clId="{90C5C133-E6AE-4343-A044-CFE890312162}" dt="2025-04-04T08:18:35.833" v="1743" actId="1076"/>
          <ac:picMkLst>
            <pc:docMk/>
            <pc:sldMk cId="2593667782" sldId="359"/>
            <ac:picMk id="5" creationId="{B5A766F3-E597-4023-AB53-07F716CEB8A7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19:50.557" v="1756" actId="1076"/>
        <pc:sldMkLst>
          <pc:docMk/>
          <pc:sldMk cId="22102921" sldId="360"/>
        </pc:sldMkLst>
        <pc:picChg chg="add mod">
          <ac:chgData name="Алексей Голубев" userId="3c8aa089e0d51831" providerId="LiveId" clId="{90C5C133-E6AE-4343-A044-CFE890312162}" dt="2025-04-04T08:19:18.865" v="1751" actId="1076"/>
          <ac:picMkLst>
            <pc:docMk/>
            <pc:sldMk cId="22102921" sldId="360"/>
            <ac:picMk id="3" creationId="{1BFACF82-4D90-4091-8F86-B4BB03CD70FA}"/>
          </ac:picMkLst>
        </pc:picChg>
        <pc:picChg chg="add mod">
          <ac:chgData name="Алексей Голубев" userId="3c8aa089e0d51831" providerId="LiveId" clId="{90C5C133-E6AE-4343-A044-CFE890312162}" dt="2025-04-04T08:19:50.557" v="1756" actId="1076"/>
          <ac:picMkLst>
            <pc:docMk/>
            <pc:sldMk cId="22102921" sldId="360"/>
            <ac:picMk id="5" creationId="{32718FAB-C151-423A-B092-79D8D45BA1FD}"/>
          </ac:picMkLst>
        </pc:picChg>
        <pc:picChg chg="add mod">
          <ac:chgData name="Алексей Голубев" userId="3c8aa089e0d51831" providerId="LiveId" clId="{90C5C133-E6AE-4343-A044-CFE890312162}" dt="2025-04-04T08:19:48.053" v="1755" actId="1076"/>
          <ac:picMkLst>
            <pc:docMk/>
            <pc:sldMk cId="22102921" sldId="360"/>
            <ac:picMk id="50" creationId="{A72CF7CB-5F1B-4271-9ED6-7E1BCBD371BD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20:40.431" v="1764" actId="1076"/>
        <pc:sldMkLst>
          <pc:docMk/>
          <pc:sldMk cId="2336835782" sldId="361"/>
        </pc:sldMkLst>
        <pc:picChg chg="add mod">
          <ac:chgData name="Алексей Голубев" userId="3c8aa089e0d51831" providerId="LiveId" clId="{90C5C133-E6AE-4343-A044-CFE890312162}" dt="2025-04-04T08:20:24.741" v="1760" actId="1076"/>
          <ac:picMkLst>
            <pc:docMk/>
            <pc:sldMk cId="2336835782" sldId="361"/>
            <ac:picMk id="3" creationId="{150B76CA-DC4E-473B-81CE-4DFCEAF959F1}"/>
          </ac:picMkLst>
        </pc:picChg>
        <pc:picChg chg="add mod">
          <ac:chgData name="Алексей Голубев" userId="3c8aa089e0d51831" providerId="LiveId" clId="{90C5C133-E6AE-4343-A044-CFE890312162}" dt="2025-04-04T08:20:40.431" v="1764" actId="1076"/>
          <ac:picMkLst>
            <pc:docMk/>
            <pc:sldMk cId="2336835782" sldId="361"/>
            <ac:picMk id="50" creationId="{929A48CD-C450-492A-A040-1A37C0198D1C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21:15.113" v="1769" actId="1076"/>
        <pc:sldMkLst>
          <pc:docMk/>
          <pc:sldMk cId="3929506471" sldId="362"/>
        </pc:sldMkLst>
        <pc:picChg chg="add mod">
          <ac:chgData name="Алексей Голубев" userId="3c8aa089e0d51831" providerId="LiveId" clId="{90C5C133-E6AE-4343-A044-CFE890312162}" dt="2025-04-04T08:21:15.113" v="1769" actId="1076"/>
          <ac:picMkLst>
            <pc:docMk/>
            <pc:sldMk cId="3929506471" sldId="362"/>
            <ac:picMk id="3" creationId="{82C9FBF2-79A8-4E7B-9E2D-0C086618C9FA}"/>
          </ac:picMkLst>
        </pc:picChg>
      </pc:sldChg>
      <pc:sldChg chg="add">
        <pc:chgData name="Алексей Голубев" userId="3c8aa089e0d51831" providerId="LiveId" clId="{90C5C133-E6AE-4343-A044-CFE890312162}" dt="2025-04-04T07:53:42.256" v="1650"/>
        <pc:sldMkLst>
          <pc:docMk/>
          <pc:sldMk cId="2739083828" sldId="363"/>
        </pc:sldMkLst>
      </pc:sldChg>
      <pc:sldChg chg="add">
        <pc:chgData name="Алексей Голубев" userId="3c8aa089e0d51831" providerId="LiveId" clId="{90C5C133-E6AE-4343-A044-CFE890312162}" dt="2025-04-04T07:53:42.401" v="1651"/>
        <pc:sldMkLst>
          <pc:docMk/>
          <pc:sldMk cId="980063408" sldId="364"/>
        </pc:sldMkLst>
      </pc:sldChg>
      <pc:sldChg chg="add">
        <pc:chgData name="Алексей Голубев" userId="3c8aa089e0d51831" providerId="LiveId" clId="{90C5C133-E6AE-4343-A044-CFE890312162}" dt="2025-04-04T07:53:42.550" v="1652"/>
        <pc:sldMkLst>
          <pc:docMk/>
          <pc:sldMk cId="237609394" sldId="365"/>
        </pc:sldMkLst>
      </pc:sldChg>
      <pc:sldChg chg="add">
        <pc:chgData name="Алексей Голубев" userId="3c8aa089e0d51831" providerId="LiveId" clId="{90C5C133-E6AE-4343-A044-CFE890312162}" dt="2025-04-04T07:53:43.197" v="1653"/>
        <pc:sldMkLst>
          <pc:docMk/>
          <pc:sldMk cId="4216167524" sldId="366"/>
        </pc:sldMkLst>
      </pc:sldChg>
      <pc:sldChg chg="add">
        <pc:chgData name="Алексей Голубев" userId="3c8aa089e0d51831" providerId="LiveId" clId="{90C5C133-E6AE-4343-A044-CFE890312162}" dt="2025-04-04T07:53:43.345" v="1654"/>
        <pc:sldMkLst>
          <pc:docMk/>
          <pc:sldMk cId="2905864864" sldId="3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0b452cc1a_0_90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14" name="Google Shape;114;g2f0b452cc1a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96307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01083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070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f0b452cc1a_0_1126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683" name="Google Shape;683;g2f0b452cc1a_0_1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3758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070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f0b452cc1a_0_1126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683" name="Google Shape;683;g2f0b452cc1a_0_1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0269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070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f0b452cc1a_0_1126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683" name="Google Shape;683;g2f0b452cc1a_0_1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0143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/>
          <p:nvPr/>
        </p:nvSpPr>
        <p:spPr>
          <a:xfrm>
            <a:off x="7665271" y="3021519"/>
            <a:ext cx="357978" cy="370112"/>
          </a:xfrm>
          <a:custGeom>
            <a:avLst/>
            <a:gdLst/>
            <a:ahLst/>
            <a:cxnLst/>
            <a:rect l="l" t="t" r="r" b="b"/>
            <a:pathLst>
              <a:path w="786765" h="813434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4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97768" y="75341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99965" y="61077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786765" h="813434" extrusionOk="0">
                <a:moveTo>
                  <a:pt x="599965" y="61077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98472" y="133202"/>
                </a:lnTo>
                <a:lnTo>
                  <a:pt x="630520" y="162566"/>
                </a:lnTo>
                <a:lnTo>
                  <a:pt x="658705" y="195900"/>
                </a:lnTo>
                <a:lnTo>
                  <a:pt x="682629" y="232792"/>
                </a:lnTo>
                <a:lnTo>
                  <a:pt x="701895" y="272827"/>
                </a:lnTo>
                <a:lnTo>
                  <a:pt x="716105" y="315591"/>
                </a:lnTo>
                <a:lnTo>
                  <a:pt x="724862" y="360672"/>
                </a:lnTo>
                <a:lnTo>
                  <a:pt x="727768" y="407654"/>
                </a:lnTo>
                <a:lnTo>
                  <a:pt x="724564" y="454618"/>
                </a:lnTo>
                <a:lnTo>
                  <a:pt x="715521" y="499641"/>
                </a:lnTo>
                <a:lnTo>
                  <a:pt x="701040" y="542315"/>
                </a:lnTo>
                <a:lnTo>
                  <a:pt x="681520" y="582227"/>
                </a:lnTo>
                <a:lnTo>
                  <a:pt x="657363" y="618966"/>
                </a:lnTo>
                <a:lnTo>
                  <a:pt x="628967" y="652121"/>
                </a:lnTo>
                <a:lnTo>
                  <a:pt x="596733" y="681280"/>
                </a:lnTo>
                <a:lnTo>
                  <a:pt x="561061" y="706034"/>
                </a:ln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97768" y="753413"/>
                </a:lnTo>
                <a:lnTo>
                  <a:pt x="637944" y="724640"/>
                </a:lnTo>
                <a:lnTo>
                  <a:pt x="670138" y="694978"/>
                </a:lnTo>
                <a:lnTo>
                  <a:pt x="699020" y="661868"/>
                </a:lnTo>
                <a:lnTo>
                  <a:pt x="724294" y="625614"/>
                </a:lnTo>
                <a:lnTo>
                  <a:pt x="745664" y="586521"/>
                </a:lnTo>
                <a:lnTo>
                  <a:pt x="762834" y="544893"/>
                </a:lnTo>
                <a:lnTo>
                  <a:pt x="775508" y="501034"/>
                </a:lnTo>
                <a:lnTo>
                  <a:pt x="783391" y="455248"/>
                </a:lnTo>
                <a:lnTo>
                  <a:pt x="786186" y="407840"/>
                </a:lnTo>
                <a:lnTo>
                  <a:pt x="783692" y="360414"/>
                </a:lnTo>
                <a:lnTo>
                  <a:pt x="776100" y="314579"/>
                </a:lnTo>
                <a:lnTo>
                  <a:pt x="763704" y="270641"/>
                </a:lnTo>
                <a:lnTo>
                  <a:pt x="746799" y="228905"/>
                </a:lnTo>
                <a:lnTo>
                  <a:pt x="725677" y="189677"/>
                </a:lnTo>
                <a:lnTo>
                  <a:pt x="700634" y="153263"/>
                </a:lnTo>
                <a:lnTo>
                  <a:pt x="671963" y="119971"/>
                </a:lnTo>
                <a:lnTo>
                  <a:pt x="639958" y="90104"/>
                </a:lnTo>
                <a:lnTo>
                  <a:pt x="604913" y="63970"/>
                </a:lnTo>
                <a:lnTo>
                  <a:pt x="599965" y="6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5"/>
          <p:cNvSpPr/>
          <p:nvPr/>
        </p:nvSpPr>
        <p:spPr>
          <a:xfrm>
            <a:off x="7297164" y="636493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287870" y="0"/>
                </a:moveTo>
                <a:lnTo>
                  <a:pt x="241317" y="3736"/>
                </a:lnTo>
                <a:lnTo>
                  <a:pt x="197131" y="14842"/>
                </a:lnTo>
                <a:lnTo>
                  <a:pt x="155905" y="32707"/>
                </a:lnTo>
                <a:lnTo>
                  <a:pt x="118232" y="56723"/>
                </a:lnTo>
                <a:lnTo>
                  <a:pt x="84705" y="86280"/>
                </a:lnTo>
                <a:lnTo>
                  <a:pt x="55916" y="120770"/>
                </a:lnTo>
                <a:lnTo>
                  <a:pt x="32459" y="159582"/>
                </a:lnTo>
                <a:lnTo>
                  <a:pt x="14925" y="202109"/>
                </a:lnTo>
                <a:lnTo>
                  <a:pt x="3908" y="247741"/>
                </a:lnTo>
                <a:lnTo>
                  <a:pt x="0" y="295868"/>
                </a:lnTo>
                <a:lnTo>
                  <a:pt x="3602" y="344020"/>
                </a:lnTo>
                <a:lnTo>
                  <a:pt x="14330" y="389721"/>
                </a:lnTo>
                <a:lnTo>
                  <a:pt x="31593" y="432358"/>
                </a:lnTo>
                <a:lnTo>
                  <a:pt x="54804" y="471320"/>
                </a:lnTo>
                <a:lnTo>
                  <a:pt x="83373" y="505991"/>
                </a:lnTo>
                <a:lnTo>
                  <a:pt x="116712" y="535761"/>
                </a:lnTo>
                <a:lnTo>
                  <a:pt x="154232" y="560016"/>
                </a:lnTo>
                <a:lnTo>
                  <a:pt x="195343" y="578143"/>
                </a:lnTo>
                <a:lnTo>
                  <a:pt x="239458" y="589529"/>
                </a:lnTo>
                <a:lnTo>
                  <a:pt x="285987" y="593561"/>
                </a:lnTo>
                <a:lnTo>
                  <a:pt x="332541" y="589824"/>
                </a:lnTo>
                <a:lnTo>
                  <a:pt x="376727" y="578718"/>
                </a:lnTo>
                <a:lnTo>
                  <a:pt x="417952" y="560853"/>
                </a:lnTo>
                <a:lnTo>
                  <a:pt x="435088" y="549929"/>
                </a:lnTo>
                <a:lnTo>
                  <a:pt x="286127" y="549456"/>
                </a:lnTo>
                <a:lnTo>
                  <a:pt x="242229" y="545246"/>
                </a:lnTo>
                <a:lnTo>
                  <a:pt x="200937" y="533377"/>
                </a:lnTo>
                <a:lnTo>
                  <a:pt x="162939" y="514567"/>
                </a:lnTo>
                <a:lnTo>
                  <a:pt x="128923" y="489530"/>
                </a:lnTo>
                <a:lnTo>
                  <a:pt x="99577" y="458983"/>
                </a:lnTo>
                <a:lnTo>
                  <a:pt x="75588" y="423641"/>
                </a:lnTo>
                <a:lnTo>
                  <a:pt x="57644" y="384220"/>
                </a:lnTo>
                <a:lnTo>
                  <a:pt x="46432" y="341435"/>
                </a:lnTo>
                <a:lnTo>
                  <a:pt x="42640" y="296004"/>
                </a:lnTo>
                <a:lnTo>
                  <a:pt x="46720" y="250597"/>
                </a:lnTo>
                <a:lnTo>
                  <a:pt x="58203" y="207885"/>
                </a:lnTo>
                <a:lnTo>
                  <a:pt x="76397" y="168579"/>
                </a:lnTo>
                <a:lnTo>
                  <a:pt x="100610" y="133389"/>
                </a:lnTo>
                <a:lnTo>
                  <a:pt x="130150" y="103029"/>
                </a:lnTo>
                <a:lnTo>
                  <a:pt x="164324" y="78208"/>
                </a:lnTo>
                <a:lnTo>
                  <a:pt x="202440" y="59640"/>
                </a:lnTo>
                <a:lnTo>
                  <a:pt x="243806" y="48033"/>
                </a:lnTo>
                <a:lnTo>
                  <a:pt x="287730" y="44102"/>
                </a:lnTo>
                <a:lnTo>
                  <a:pt x="436689" y="44575"/>
                </a:lnTo>
                <a:lnTo>
                  <a:pt x="419625" y="33544"/>
                </a:lnTo>
                <a:lnTo>
                  <a:pt x="378514" y="15417"/>
                </a:lnTo>
                <a:lnTo>
                  <a:pt x="334399" y="4031"/>
                </a:lnTo>
                <a:lnTo>
                  <a:pt x="287870" y="0"/>
                </a:lnTo>
                <a:close/>
              </a:path>
              <a:path w="574040" h="593725" extrusionOk="0">
                <a:moveTo>
                  <a:pt x="436689" y="44575"/>
                </a:moveTo>
                <a:lnTo>
                  <a:pt x="287730" y="44102"/>
                </a:lnTo>
                <a:lnTo>
                  <a:pt x="331629" y="48312"/>
                </a:lnTo>
                <a:lnTo>
                  <a:pt x="372920" y="60180"/>
                </a:lnTo>
                <a:lnTo>
                  <a:pt x="410918" y="78991"/>
                </a:lnTo>
                <a:lnTo>
                  <a:pt x="444934" y="104028"/>
                </a:lnTo>
                <a:lnTo>
                  <a:pt x="474280" y="134575"/>
                </a:lnTo>
                <a:lnTo>
                  <a:pt x="498269" y="169917"/>
                </a:lnTo>
                <a:lnTo>
                  <a:pt x="516213" y="209338"/>
                </a:lnTo>
                <a:lnTo>
                  <a:pt x="527425" y="252123"/>
                </a:lnTo>
                <a:lnTo>
                  <a:pt x="531217" y="297554"/>
                </a:lnTo>
                <a:lnTo>
                  <a:pt x="527137" y="342961"/>
                </a:lnTo>
                <a:lnTo>
                  <a:pt x="515654" y="385673"/>
                </a:lnTo>
                <a:lnTo>
                  <a:pt x="497460" y="424979"/>
                </a:lnTo>
                <a:lnTo>
                  <a:pt x="473247" y="460168"/>
                </a:lnTo>
                <a:lnTo>
                  <a:pt x="443707" y="490529"/>
                </a:lnTo>
                <a:lnTo>
                  <a:pt x="409533" y="515349"/>
                </a:lnTo>
                <a:lnTo>
                  <a:pt x="371417" y="533918"/>
                </a:lnTo>
                <a:lnTo>
                  <a:pt x="330051" y="545524"/>
                </a:lnTo>
                <a:lnTo>
                  <a:pt x="286127" y="549456"/>
                </a:lnTo>
                <a:lnTo>
                  <a:pt x="435088" y="549929"/>
                </a:lnTo>
                <a:lnTo>
                  <a:pt x="489152" y="507279"/>
                </a:lnTo>
                <a:lnTo>
                  <a:pt x="517941" y="472789"/>
                </a:lnTo>
                <a:lnTo>
                  <a:pt x="541398" y="433976"/>
                </a:lnTo>
                <a:lnTo>
                  <a:pt x="558932" y="391449"/>
                </a:lnTo>
                <a:lnTo>
                  <a:pt x="569949" y="345817"/>
                </a:lnTo>
                <a:lnTo>
                  <a:pt x="573857" y="297689"/>
                </a:lnTo>
                <a:lnTo>
                  <a:pt x="570255" y="249538"/>
                </a:lnTo>
                <a:lnTo>
                  <a:pt x="559527" y="203837"/>
                </a:lnTo>
                <a:lnTo>
                  <a:pt x="542264" y="161200"/>
                </a:lnTo>
                <a:lnTo>
                  <a:pt x="519053" y="122239"/>
                </a:lnTo>
                <a:lnTo>
                  <a:pt x="490484" y="87568"/>
                </a:lnTo>
                <a:lnTo>
                  <a:pt x="457145" y="57798"/>
                </a:lnTo>
                <a:lnTo>
                  <a:pt x="436689" y="44575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5"/>
          <p:cNvSpPr/>
          <p:nvPr/>
        </p:nvSpPr>
        <p:spPr>
          <a:xfrm>
            <a:off x="7899124" y="111971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287870" y="0"/>
                </a:moveTo>
                <a:lnTo>
                  <a:pt x="241317" y="3736"/>
                </a:lnTo>
                <a:lnTo>
                  <a:pt x="197131" y="14842"/>
                </a:lnTo>
                <a:lnTo>
                  <a:pt x="155905" y="32707"/>
                </a:lnTo>
                <a:lnTo>
                  <a:pt x="118232" y="56723"/>
                </a:lnTo>
                <a:lnTo>
                  <a:pt x="84705" y="86280"/>
                </a:lnTo>
                <a:lnTo>
                  <a:pt x="55916" y="120770"/>
                </a:lnTo>
                <a:lnTo>
                  <a:pt x="32459" y="159582"/>
                </a:lnTo>
                <a:lnTo>
                  <a:pt x="14925" y="202109"/>
                </a:lnTo>
                <a:lnTo>
                  <a:pt x="3908" y="247741"/>
                </a:lnTo>
                <a:lnTo>
                  <a:pt x="0" y="295868"/>
                </a:lnTo>
                <a:lnTo>
                  <a:pt x="3602" y="344020"/>
                </a:lnTo>
                <a:lnTo>
                  <a:pt x="14330" y="389721"/>
                </a:lnTo>
                <a:lnTo>
                  <a:pt x="31593" y="432358"/>
                </a:lnTo>
                <a:lnTo>
                  <a:pt x="54804" y="471320"/>
                </a:lnTo>
                <a:lnTo>
                  <a:pt x="83373" y="505991"/>
                </a:lnTo>
                <a:lnTo>
                  <a:pt x="116712" y="535761"/>
                </a:lnTo>
                <a:lnTo>
                  <a:pt x="154232" y="560016"/>
                </a:lnTo>
                <a:lnTo>
                  <a:pt x="195343" y="578143"/>
                </a:lnTo>
                <a:lnTo>
                  <a:pt x="239458" y="589529"/>
                </a:lnTo>
                <a:lnTo>
                  <a:pt x="285987" y="593561"/>
                </a:lnTo>
                <a:lnTo>
                  <a:pt x="332541" y="589824"/>
                </a:lnTo>
                <a:lnTo>
                  <a:pt x="376727" y="578718"/>
                </a:lnTo>
                <a:lnTo>
                  <a:pt x="417952" y="560853"/>
                </a:lnTo>
                <a:lnTo>
                  <a:pt x="435088" y="549929"/>
                </a:lnTo>
                <a:lnTo>
                  <a:pt x="286127" y="549456"/>
                </a:lnTo>
                <a:lnTo>
                  <a:pt x="242229" y="545246"/>
                </a:lnTo>
                <a:lnTo>
                  <a:pt x="200937" y="533377"/>
                </a:lnTo>
                <a:lnTo>
                  <a:pt x="162939" y="514567"/>
                </a:lnTo>
                <a:lnTo>
                  <a:pt x="128923" y="489530"/>
                </a:lnTo>
                <a:lnTo>
                  <a:pt x="99577" y="458983"/>
                </a:lnTo>
                <a:lnTo>
                  <a:pt x="75588" y="423641"/>
                </a:lnTo>
                <a:lnTo>
                  <a:pt x="57644" y="384220"/>
                </a:lnTo>
                <a:lnTo>
                  <a:pt x="46432" y="341435"/>
                </a:lnTo>
                <a:lnTo>
                  <a:pt x="42640" y="296004"/>
                </a:lnTo>
                <a:lnTo>
                  <a:pt x="46720" y="250597"/>
                </a:lnTo>
                <a:lnTo>
                  <a:pt x="58203" y="207885"/>
                </a:lnTo>
                <a:lnTo>
                  <a:pt x="76397" y="168579"/>
                </a:lnTo>
                <a:lnTo>
                  <a:pt x="100610" y="133389"/>
                </a:lnTo>
                <a:lnTo>
                  <a:pt x="130150" y="103029"/>
                </a:lnTo>
                <a:lnTo>
                  <a:pt x="164324" y="78208"/>
                </a:lnTo>
                <a:lnTo>
                  <a:pt x="202440" y="59640"/>
                </a:lnTo>
                <a:lnTo>
                  <a:pt x="243806" y="48033"/>
                </a:lnTo>
                <a:lnTo>
                  <a:pt x="287730" y="44102"/>
                </a:lnTo>
                <a:lnTo>
                  <a:pt x="436689" y="44575"/>
                </a:lnTo>
                <a:lnTo>
                  <a:pt x="419625" y="33544"/>
                </a:lnTo>
                <a:lnTo>
                  <a:pt x="378514" y="15417"/>
                </a:lnTo>
                <a:lnTo>
                  <a:pt x="334399" y="4031"/>
                </a:lnTo>
                <a:lnTo>
                  <a:pt x="287870" y="0"/>
                </a:lnTo>
                <a:close/>
              </a:path>
              <a:path w="574040" h="593725" extrusionOk="0">
                <a:moveTo>
                  <a:pt x="436689" y="44575"/>
                </a:moveTo>
                <a:lnTo>
                  <a:pt x="287730" y="44102"/>
                </a:lnTo>
                <a:lnTo>
                  <a:pt x="331629" y="48312"/>
                </a:lnTo>
                <a:lnTo>
                  <a:pt x="372920" y="60180"/>
                </a:lnTo>
                <a:lnTo>
                  <a:pt x="410918" y="78991"/>
                </a:lnTo>
                <a:lnTo>
                  <a:pt x="444934" y="104028"/>
                </a:lnTo>
                <a:lnTo>
                  <a:pt x="474280" y="134575"/>
                </a:lnTo>
                <a:lnTo>
                  <a:pt x="498269" y="169917"/>
                </a:lnTo>
                <a:lnTo>
                  <a:pt x="516213" y="209338"/>
                </a:lnTo>
                <a:lnTo>
                  <a:pt x="527425" y="252123"/>
                </a:lnTo>
                <a:lnTo>
                  <a:pt x="531217" y="297554"/>
                </a:lnTo>
                <a:lnTo>
                  <a:pt x="527137" y="342961"/>
                </a:lnTo>
                <a:lnTo>
                  <a:pt x="515654" y="385673"/>
                </a:lnTo>
                <a:lnTo>
                  <a:pt x="497460" y="424979"/>
                </a:lnTo>
                <a:lnTo>
                  <a:pt x="473247" y="460168"/>
                </a:lnTo>
                <a:lnTo>
                  <a:pt x="443707" y="490529"/>
                </a:lnTo>
                <a:lnTo>
                  <a:pt x="409533" y="515349"/>
                </a:lnTo>
                <a:lnTo>
                  <a:pt x="371417" y="533918"/>
                </a:lnTo>
                <a:lnTo>
                  <a:pt x="330051" y="545524"/>
                </a:lnTo>
                <a:lnTo>
                  <a:pt x="286127" y="549456"/>
                </a:lnTo>
                <a:lnTo>
                  <a:pt x="435088" y="549929"/>
                </a:lnTo>
                <a:lnTo>
                  <a:pt x="489152" y="507279"/>
                </a:lnTo>
                <a:lnTo>
                  <a:pt x="517941" y="472789"/>
                </a:lnTo>
                <a:lnTo>
                  <a:pt x="541398" y="433976"/>
                </a:lnTo>
                <a:lnTo>
                  <a:pt x="558932" y="391449"/>
                </a:lnTo>
                <a:lnTo>
                  <a:pt x="569949" y="345817"/>
                </a:lnTo>
                <a:lnTo>
                  <a:pt x="573857" y="297689"/>
                </a:lnTo>
                <a:lnTo>
                  <a:pt x="570255" y="249538"/>
                </a:lnTo>
                <a:lnTo>
                  <a:pt x="559527" y="203837"/>
                </a:lnTo>
                <a:lnTo>
                  <a:pt x="542264" y="161200"/>
                </a:lnTo>
                <a:lnTo>
                  <a:pt x="519053" y="122239"/>
                </a:lnTo>
                <a:lnTo>
                  <a:pt x="490484" y="87568"/>
                </a:lnTo>
                <a:lnTo>
                  <a:pt x="457145" y="57798"/>
                </a:lnTo>
                <a:lnTo>
                  <a:pt x="436689" y="44575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5"/>
          <p:cNvSpPr/>
          <p:nvPr/>
        </p:nvSpPr>
        <p:spPr>
          <a:xfrm>
            <a:off x="5966944" y="375663"/>
            <a:ext cx="175088" cy="181156"/>
          </a:xfrm>
          <a:custGeom>
            <a:avLst/>
            <a:gdLst/>
            <a:ahLst/>
            <a:cxnLst/>
            <a:rect l="l" t="t" r="r" b="b"/>
            <a:pathLst>
              <a:path w="384809" h="398144" extrusionOk="0">
                <a:moveTo>
                  <a:pt x="192873" y="0"/>
                </a:moveTo>
                <a:lnTo>
                  <a:pt x="148777" y="5111"/>
                </a:lnTo>
                <a:lnTo>
                  <a:pt x="108265" y="19942"/>
                </a:lnTo>
                <a:lnTo>
                  <a:pt x="72496" y="43302"/>
                </a:lnTo>
                <a:lnTo>
                  <a:pt x="42628" y="74001"/>
                </a:lnTo>
                <a:lnTo>
                  <a:pt x="19817" y="110849"/>
                </a:lnTo>
                <a:lnTo>
                  <a:pt x="5221" y="152656"/>
                </a:lnTo>
                <a:lnTo>
                  <a:pt x="0" y="198233"/>
                </a:lnTo>
                <a:lnTo>
                  <a:pt x="4932" y="243842"/>
                </a:lnTo>
                <a:lnTo>
                  <a:pt x="19262" y="285742"/>
                </a:lnTo>
                <a:lnTo>
                  <a:pt x="41838" y="322734"/>
                </a:lnTo>
                <a:lnTo>
                  <a:pt x="71512" y="353622"/>
                </a:lnTo>
                <a:lnTo>
                  <a:pt x="107132" y="377208"/>
                </a:lnTo>
                <a:lnTo>
                  <a:pt x="147548" y="392295"/>
                </a:lnTo>
                <a:lnTo>
                  <a:pt x="191611" y="397687"/>
                </a:lnTo>
                <a:lnTo>
                  <a:pt x="235707" y="392575"/>
                </a:lnTo>
                <a:lnTo>
                  <a:pt x="276219" y="377745"/>
                </a:lnTo>
                <a:lnTo>
                  <a:pt x="290450" y="368450"/>
                </a:lnTo>
                <a:lnTo>
                  <a:pt x="191705" y="368137"/>
                </a:lnTo>
                <a:lnTo>
                  <a:pt x="148213" y="361951"/>
                </a:lnTo>
                <a:lnTo>
                  <a:pt x="109169" y="344761"/>
                </a:lnTo>
                <a:lnTo>
                  <a:pt x="76128" y="318185"/>
                </a:lnTo>
                <a:lnTo>
                  <a:pt x="50644" y="283840"/>
                </a:lnTo>
                <a:lnTo>
                  <a:pt x="34272" y="243347"/>
                </a:lnTo>
                <a:lnTo>
                  <a:pt x="28569" y="198324"/>
                </a:lnTo>
                <a:lnTo>
                  <a:pt x="34558" y="153338"/>
                </a:lnTo>
                <a:lnTo>
                  <a:pt x="51186" y="112949"/>
                </a:lnTo>
                <a:lnTo>
                  <a:pt x="76887" y="78767"/>
                </a:lnTo>
                <a:lnTo>
                  <a:pt x="110097" y="52401"/>
                </a:lnTo>
                <a:lnTo>
                  <a:pt x="149249" y="35459"/>
                </a:lnTo>
                <a:lnTo>
                  <a:pt x="192779" y="29549"/>
                </a:lnTo>
                <a:lnTo>
                  <a:pt x="291524" y="29863"/>
                </a:lnTo>
                <a:lnTo>
                  <a:pt x="277352" y="20478"/>
                </a:lnTo>
                <a:lnTo>
                  <a:pt x="236936" y="5391"/>
                </a:lnTo>
                <a:lnTo>
                  <a:pt x="192873" y="0"/>
                </a:lnTo>
                <a:close/>
              </a:path>
              <a:path w="384809" h="398144" extrusionOk="0">
                <a:moveTo>
                  <a:pt x="291524" y="29863"/>
                </a:moveTo>
                <a:lnTo>
                  <a:pt x="192779" y="29549"/>
                </a:lnTo>
                <a:lnTo>
                  <a:pt x="236271" y="35735"/>
                </a:lnTo>
                <a:lnTo>
                  <a:pt x="275315" y="52925"/>
                </a:lnTo>
                <a:lnTo>
                  <a:pt x="308356" y="79502"/>
                </a:lnTo>
                <a:lnTo>
                  <a:pt x="333840" y="113846"/>
                </a:lnTo>
                <a:lnTo>
                  <a:pt x="350211" y="154339"/>
                </a:lnTo>
                <a:lnTo>
                  <a:pt x="355915" y="199363"/>
                </a:lnTo>
                <a:lnTo>
                  <a:pt x="349926" y="244349"/>
                </a:lnTo>
                <a:lnTo>
                  <a:pt x="333298" y="284737"/>
                </a:lnTo>
                <a:lnTo>
                  <a:pt x="307596" y="318919"/>
                </a:lnTo>
                <a:lnTo>
                  <a:pt x="274387" y="345285"/>
                </a:lnTo>
                <a:lnTo>
                  <a:pt x="235235" y="362228"/>
                </a:lnTo>
                <a:lnTo>
                  <a:pt x="191705" y="368137"/>
                </a:lnTo>
                <a:lnTo>
                  <a:pt x="290450" y="368450"/>
                </a:lnTo>
                <a:lnTo>
                  <a:pt x="341856" y="323686"/>
                </a:lnTo>
                <a:lnTo>
                  <a:pt x="364667" y="286838"/>
                </a:lnTo>
                <a:lnTo>
                  <a:pt x="379263" y="245030"/>
                </a:lnTo>
                <a:lnTo>
                  <a:pt x="384484" y="199453"/>
                </a:lnTo>
                <a:lnTo>
                  <a:pt x="379552" y="153844"/>
                </a:lnTo>
                <a:lnTo>
                  <a:pt x="365222" y="111945"/>
                </a:lnTo>
                <a:lnTo>
                  <a:pt x="342646" y="74952"/>
                </a:lnTo>
                <a:lnTo>
                  <a:pt x="312972" y="44065"/>
                </a:lnTo>
                <a:lnTo>
                  <a:pt x="291524" y="29863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8885038" y="290743"/>
            <a:ext cx="259165" cy="370113"/>
          </a:xfrm>
          <a:custGeom>
            <a:avLst/>
            <a:gdLst/>
            <a:ahLst/>
            <a:cxnLst/>
            <a:rect l="l" t="t" r="r" b="b"/>
            <a:pathLst>
              <a:path w="569594" h="813435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3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69356" y="75332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69356" y="60980"/>
                </a:lnTo>
                <a:lnTo>
                  <a:pt x="569356" y="43181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569594" h="813435" extrusionOk="0">
                <a:moveTo>
                  <a:pt x="569356" y="700278"/>
                </a:move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69356" y="753323"/>
                </a:lnTo>
                <a:lnTo>
                  <a:pt x="569356" y="700278"/>
                </a:lnTo>
                <a:close/>
              </a:path>
              <a:path w="569594" h="813435" extrusionOk="0">
                <a:moveTo>
                  <a:pt x="569356" y="60980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69356" y="112723"/>
                </a:lnTo>
                <a:lnTo>
                  <a:pt x="569356" y="609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5"/>
          <p:cNvSpPr/>
          <p:nvPr/>
        </p:nvSpPr>
        <p:spPr>
          <a:xfrm>
            <a:off x="8522167" y="1952502"/>
            <a:ext cx="357978" cy="370113"/>
          </a:xfrm>
          <a:custGeom>
            <a:avLst/>
            <a:gdLst/>
            <a:ahLst/>
            <a:cxnLst/>
            <a:rect l="l" t="t" r="r" b="b"/>
            <a:pathLst>
              <a:path w="786765" h="813435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4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97768" y="75341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99965" y="61077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786765" h="813435" extrusionOk="0">
                <a:moveTo>
                  <a:pt x="599965" y="61077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98472" y="133202"/>
                </a:lnTo>
                <a:lnTo>
                  <a:pt x="630520" y="162566"/>
                </a:lnTo>
                <a:lnTo>
                  <a:pt x="658705" y="195900"/>
                </a:lnTo>
                <a:lnTo>
                  <a:pt x="682629" y="232792"/>
                </a:lnTo>
                <a:lnTo>
                  <a:pt x="701895" y="272827"/>
                </a:lnTo>
                <a:lnTo>
                  <a:pt x="716105" y="315591"/>
                </a:lnTo>
                <a:lnTo>
                  <a:pt x="724862" y="360672"/>
                </a:lnTo>
                <a:lnTo>
                  <a:pt x="727768" y="407654"/>
                </a:lnTo>
                <a:lnTo>
                  <a:pt x="724564" y="454618"/>
                </a:lnTo>
                <a:lnTo>
                  <a:pt x="715521" y="499641"/>
                </a:lnTo>
                <a:lnTo>
                  <a:pt x="701040" y="542315"/>
                </a:lnTo>
                <a:lnTo>
                  <a:pt x="681520" y="582227"/>
                </a:lnTo>
                <a:lnTo>
                  <a:pt x="657363" y="618966"/>
                </a:lnTo>
                <a:lnTo>
                  <a:pt x="628967" y="652121"/>
                </a:lnTo>
                <a:lnTo>
                  <a:pt x="596733" y="681280"/>
                </a:lnTo>
                <a:lnTo>
                  <a:pt x="561061" y="706034"/>
                </a:ln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97768" y="753413"/>
                </a:lnTo>
                <a:lnTo>
                  <a:pt x="637944" y="724640"/>
                </a:lnTo>
                <a:lnTo>
                  <a:pt x="670138" y="694978"/>
                </a:lnTo>
                <a:lnTo>
                  <a:pt x="699020" y="661868"/>
                </a:lnTo>
                <a:lnTo>
                  <a:pt x="724294" y="625614"/>
                </a:lnTo>
                <a:lnTo>
                  <a:pt x="745664" y="586521"/>
                </a:lnTo>
                <a:lnTo>
                  <a:pt x="762834" y="544893"/>
                </a:lnTo>
                <a:lnTo>
                  <a:pt x="775508" y="501034"/>
                </a:lnTo>
                <a:lnTo>
                  <a:pt x="783391" y="455248"/>
                </a:lnTo>
                <a:lnTo>
                  <a:pt x="786186" y="407840"/>
                </a:lnTo>
                <a:lnTo>
                  <a:pt x="783692" y="360414"/>
                </a:lnTo>
                <a:lnTo>
                  <a:pt x="776100" y="314579"/>
                </a:lnTo>
                <a:lnTo>
                  <a:pt x="763704" y="270641"/>
                </a:lnTo>
                <a:lnTo>
                  <a:pt x="746799" y="228905"/>
                </a:lnTo>
                <a:lnTo>
                  <a:pt x="725677" y="189677"/>
                </a:lnTo>
                <a:lnTo>
                  <a:pt x="700634" y="153263"/>
                </a:lnTo>
                <a:lnTo>
                  <a:pt x="671963" y="119971"/>
                </a:lnTo>
                <a:lnTo>
                  <a:pt x="639958" y="90104"/>
                </a:lnTo>
                <a:lnTo>
                  <a:pt x="604913" y="63970"/>
                </a:lnTo>
                <a:lnTo>
                  <a:pt x="599965" y="6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/>
          <p:nvPr/>
        </p:nvSpPr>
        <p:spPr>
          <a:xfrm>
            <a:off x="6941627" y="3866097"/>
            <a:ext cx="345265" cy="235185"/>
          </a:xfrm>
          <a:custGeom>
            <a:avLst/>
            <a:gdLst/>
            <a:ahLst/>
            <a:cxnLst/>
            <a:rect l="l" t="t" r="r" b="b"/>
            <a:pathLst>
              <a:path w="758825" h="516890" extrusionOk="0">
                <a:moveTo>
                  <a:pt x="22007" y="366146"/>
                </a:moveTo>
                <a:lnTo>
                  <a:pt x="1227" y="403267"/>
                </a:lnTo>
                <a:lnTo>
                  <a:pt x="32" y="439987"/>
                </a:lnTo>
                <a:lnTo>
                  <a:pt x="0" y="442898"/>
                </a:lnTo>
                <a:lnTo>
                  <a:pt x="15505" y="478555"/>
                </a:lnTo>
                <a:lnTo>
                  <a:pt x="45271" y="504551"/>
                </a:lnTo>
                <a:lnTo>
                  <a:pt x="86592" y="514667"/>
                </a:lnTo>
                <a:lnTo>
                  <a:pt x="86819" y="443174"/>
                </a:lnTo>
                <a:lnTo>
                  <a:pt x="77255" y="440232"/>
                </a:lnTo>
                <a:lnTo>
                  <a:pt x="71345" y="432994"/>
                </a:lnTo>
                <a:lnTo>
                  <a:pt x="70081" y="423736"/>
                </a:lnTo>
                <a:lnTo>
                  <a:pt x="74452" y="414734"/>
                </a:lnTo>
                <a:lnTo>
                  <a:pt x="22007" y="366146"/>
                </a:lnTo>
                <a:close/>
              </a:path>
              <a:path w="758825" h="516890" extrusionOk="0">
                <a:moveTo>
                  <a:pt x="671567" y="445029"/>
                </a:moveTo>
                <a:lnTo>
                  <a:pt x="86819" y="443174"/>
                </a:lnTo>
                <a:lnTo>
                  <a:pt x="86592" y="514667"/>
                </a:lnTo>
                <a:lnTo>
                  <a:pt x="671340" y="516522"/>
                </a:lnTo>
                <a:lnTo>
                  <a:pt x="671567" y="445029"/>
                </a:lnTo>
                <a:close/>
              </a:path>
              <a:path w="758825" h="516890" extrusionOk="0">
                <a:moveTo>
                  <a:pt x="740674" y="372866"/>
                </a:moveTo>
                <a:lnTo>
                  <a:pt x="684844" y="417521"/>
                </a:lnTo>
                <a:lnTo>
                  <a:pt x="688515" y="426511"/>
                </a:lnTo>
                <a:lnTo>
                  <a:pt x="686869" y="435457"/>
                </a:lnTo>
                <a:lnTo>
                  <a:pt x="680890" y="442312"/>
                </a:lnTo>
                <a:lnTo>
                  <a:pt x="671567" y="445029"/>
                </a:lnTo>
                <a:lnTo>
                  <a:pt x="671340" y="516522"/>
                </a:lnTo>
                <a:lnTo>
                  <a:pt x="711523" y="507240"/>
                </a:lnTo>
                <a:lnTo>
                  <a:pt x="741190" y="482761"/>
                </a:lnTo>
                <a:lnTo>
                  <a:pt x="757699" y="448557"/>
                </a:lnTo>
                <a:lnTo>
                  <a:pt x="758408" y="410101"/>
                </a:lnTo>
                <a:lnTo>
                  <a:pt x="740674" y="372866"/>
                </a:lnTo>
                <a:close/>
              </a:path>
              <a:path w="758825" h="516890" extrusionOk="0">
                <a:moveTo>
                  <a:pt x="468955" y="33136"/>
                </a:moveTo>
                <a:lnTo>
                  <a:pt x="413123" y="77790"/>
                </a:lnTo>
                <a:lnTo>
                  <a:pt x="684844" y="417521"/>
                </a:lnTo>
                <a:lnTo>
                  <a:pt x="740674" y="372866"/>
                </a:lnTo>
                <a:lnTo>
                  <a:pt x="468955" y="33136"/>
                </a:lnTo>
                <a:close/>
              </a:path>
              <a:path w="758825" h="516890" extrusionOk="0">
                <a:moveTo>
                  <a:pt x="335034" y="28271"/>
                </a:moveTo>
                <a:lnTo>
                  <a:pt x="22007" y="366146"/>
                </a:lnTo>
                <a:lnTo>
                  <a:pt x="74452" y="414734"/>
                </a:lnTo>
                <a:lnTo>
                  <a:pt x="387479" y="76859"/>
                </a:lnTo>
                <a:lnTo>
                  <a:pt x="335034" y="28271"/>
                </a:lnTo>
                <a:close/>
              </a:path>
              <a:path w="758825" h="516890" extrusionOk="0">
                <a:moveTo>
                  <a:pt x="420975" y="71510"/>
                </a:moveTo>
                <a:lnTo>
                  <a:pt x="400515" y="71445"/>
                </a:lnTo>
                <a:lnTo>
                  <a:pt x="407378" y="73166"/>
                </a:lnTo>
                <a:lnTo>
                  <a:pt x="413123" y="77790"/>
                </a:lnTo>
                <a:lnTo>
                  <a:pt x="420975" y="71510"/>
                </a:lnTo>
                <a:close/>
              </a:path>
              <a:path w="758825" h="516890" extrusionOk="0">
                <a:moveTo>
                  <a:pt x="403110" y="0"/>
                </a:moveTo>
                <a:lnTo>
                  <a:pt x="366711" y="6363"/>
                </a:lnTo>
                <a:lnTo>
                  <a:pt x="335034" y="28271"/>
                </a:lnTo>
                <a:lnTo>
                  <a:pt x="387479" y="76859"/>
                </a:lnTo>
                <a:lnTo>
                  <a:pt x="393545" y="72664"/>
                </a:lnTo>
                <a:lnTo>
                  <a:pt x="400515" y="71445"/>
                </a:lnTo>
                <a:lnTo>
                  <a:pt x="420975" y="71510"/>
                </a:lnTo>
                <a:lnTo>
                  <a:pt x="468955" y="33136"/>
                </a:lnTo>
                <a:lnTo>
                  <a:pt x="438951" y="8988"/>
                </a:lnTo>
                <a:lnTo>
                  <a:pt x="403110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5"/>
          <p:cNvSpPr/>
          <p:nvPr/>
        </p:nvSpPr>
        <p:spPr>
          <a:xfrm>
            <a:off x="8528596" y="3056395"/>
            <a:ext cx="283724" cy="281413"/>
          </a:xfrm>
          <a:custGeom>
            <a:avLst/>
            <a:gdLst/>
            <a:ahLst/>
            <a:cxnLst/>
            <a:rect l="l" t="t" r="r" b="b"/>
            <a:pathLst>
              <a:path w="623569" h="618490" extrusionOk="0">
                <a:moveTo>
                  <a:pt x="78861" y="39852"/>
                </a:moveTo>
                <a:lnTo>
                  <a:pt x="38992" y="53706"/>
                </a:lnTo>
                <a:lnTo>
                  <a:pt x="12015" y="82833"/>
                </a:lnTo>
                <a:lnTo>
                  <a:pt x="0" y="120706"/>
                </a:lnTo>
                <a:lnTo>
                  <a:pt x="5017" y="160801"/>
                </a:lnTo>
                <a:lnTo>
                  <a:pt x="29138" y="196589"/>
                </a:lnTo>
                <a:lnTo>
                  <a:pt x="75623" y="142272"/>
                </a:lnTo>
                <a:lnTo>
                  <a:pt x="70436" y="133528"/>
                </a:lnTo>
                <a:lnTo>
                  <a:pt x="70811" y="123984"/>
                </a:lnTo>
                <a:lnTo>
                  <a:pt x="75971" y="116080"/>
                </a:lnTo>
                <a:lnTo>
                  <a:pt x="85144" y="112259"/>
                </a:lnTo>
                <a:lnTo>
                  <a:pt x="78861" y="39852"/>
                </a:lnTo>
                <a:close/>
              </a:path>
              <a:path w="623569" h="618490" extrusionOk="0">
                <a:moveTo>
                  <a:pt x="512677" y="542415"/>
                </a:moveTo>
                <a:lnTo>
                  <a:pt x="75623" y="142272"/>
                </a:lnTo>
                <a:lnTo>
                  <a:pt x="29138" y="196589"/>
                </a:lnTo>
                <a:lnTo>
                  <a:pt x="466192" y="596732"/>
                </a:lnTo>
                <a:lnTo>
                  <a:pt x="512677" y="542415"/>
                </a:lnTo>
                <a:close/>
              </a:path>
              <a:path w="623569" h="618490" extrusionOk="0">
                <a:moveTo>
                  <a:pt x="610587" y="532639"/>
                </a:moveTo>
                <a:lnTo>
                  <a:pt x="540327" y="530141"/>
                </a:lnTo>
                <a:lnTo>
                  <a:pt x="537313" y="539563"/>
                </a:lnTo>
                <a:lnTo>
                  <a:pt x="530306" y="545369"/>
                </a:lnTo>
                <a:lnTo>
                  <a:pt x="521397" y="546628"/>
                </a:lnTo>
                <a:lnTo>
                  <a:pt x="512677" y="542415"/>
                </a:lnTo>
                <a:lnTo>
                  <a:pt x="466192" y="596732"/>
                </a:lnTo>
                <a:lnTo>
                  <a:pt x="502199" y="616781"/>
                </a:lnTo>
                <a:lnTo>
                  <a:pt x="540231" y="617914"/>
                </a:lnTo>
                <a:lnTo>
                  <a:pt x="574700" y="602614"/>
                </a:lnTo>
                <a:lnTo>
                  <a:pt x="600015" y="573362"/>
                </a:lnTo>
                <a:lnTo>
                  <a:pt x="610587" y="532639"/>
                </a:lnTo>
                <a:close/>
              </a:path>
              <a:path w="623569" h="618490" extrusionOk="0">
                <a:moveTo>
                  <a:pt x="623494" y="92641"/>
                </a:moveTo>
                <a:lnTo>
                  <a:pt x="553229" y="90146"/>
                </a:lnTo>
                <a:lnTo>
                  <a:pt x="540327" y="530141"/>
                </a:lnTo>
                <a:lnTo>
                  <a:pt x="575460" y="531390"/>
                </a:lnTo>
                <a:lnTo>
                  <a:pt x="610587" y="532639"/>
                </a:lnTo>
                <a:lnTo>
                  <a:pt x="623494" y="92641"/>
                </a:lnTo>
                <a:close/>
              </a:path>
              <a:path w="623569" h="618490" extrusionOk="0">
                <a:moveTo>
                  <a:pt x="528816" y="0"/>
                </a:moveTo>
                <a:lnTo>
                  <a:pt x="78861" y="39852"/>
                </a:lnTo>
                <a:lnTo>
                  <a:pt x="85144" y="112259"/>
                </a:lnTo>
                <a:lnTo>
                  <a:pt x="535099" y="72405"/>
                </a:lnTo>
                <a:lnTo>
                  <a:pt x="528816" y="0"/>
                </a:lnTo>
                <a:close/>
              </a:path>
              <a:path w="623569" h="618490" extrusionOk="0">
                <a:moveTo>
                  <a:pt x="562648" y="90480"/>
                </a:moveTo>
                <a:lnTo>
                  <a:pt x="548007" y="77076"/>
                </a:lnTo>
                <a:lnTo>
                  <a:pt x="551922" y="82898"/>
                </a:lnTo>
                <a:lnTo>
                  <a:pt x="553229" y="90146"/>
                </a:lnTo>
                <a:lnTo>
                  <a:pt x="562648" y="90480"/>
                </a:lnTo>
                <a:close/>
              </a:path>
              <a:path w="623569" h="618490" extrusionOk="0">
                <a:moveTo>
                  <a:pt x="596220" y="24395"/>
                </a:moveTo>
                <a:lnTo>
                  <a:pt x="565739" y="4959"/>
                </a:lnTo>
                <a:lnTo>
                  <a:pt x="528816" y="0"/>
                </a:lnTo>
                <a:lnTo>
                  <a:pt x="531960" y="36200"/>
                </a:lnTo>
                <a:lnTo>
                  <a:pt x="535099" y="72405"/>
                </a:lnTo>
                <a:lnTo>
                  <a:pt x="542171" y="73354"/>
                </a:lnTo>
                <a:lnTo>
                  <a:pt x="548007" y="77076"/>
                </a:lnTo>
                <a:lnTo>
                  <a:pt x="562648" y="90480"/>
                </a:lnTo>
                <a:lnTo>
                  <a:pt x="623494" y="92641"/>
                </a:lnTo>
                <a:lnTo>
                  <a:pt x="616669" y="54793"/>
                </a:lnTo>
                <a:lnTo>
                  <a:pt x="596220" y="24395"/>
                </a:lnTo>
                <a:close/>
              </a:path>
              <a:path w="623569" h="618490" extrusionOk="0">
                <a:moveTo>
                  <a:pt x="528816" y="0"/>
                </a:moveTo>
                <a:lnTo>
                  <a:pt x="531957" y="36198"/>
                </a:lnTo>
                <a:lnTo>
                  <a:pt x="52881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5"/>
          <p:cNvSpPr/>
          <p:nvPr/>
        </p:nvSpPr>
        <p:spPr>
          <a:xfrm>
            <a:off x="7269562" y="1142091"/>
            <a:ext cx="258299" cy="256565"/>
          </a:xfrm>
          <a:custGeom>
            <a:avLst/>
            <a:gdLst/>
            <a:ahLst/>
            <a:cxnLst/>
            <a:rect l="l" t="t" r="r" b="b"/>
            <a:pathLst>
              <a:path w="567690" h="563880" extrusionOk="0">
                <a:moveTo>
                  <a:pt x="71801" y="36287"/>
                </a:moveTo>
                <a:lnTo>
                  <a:pt x="35501" y="48900"/>
                </a:lnTo>
                <a:lnTo>
                  <a:pt x="10939" y="75419"/>
                </a:lnTo>
                <a:lnTo>
                  <a:pt x="0" y="109902"/>
                </a:lnTo>
                <a:lnTo>
                  <a:pt x="4568" y="146407"/>
                </a:lnTo>
                <a:lnTo>
                  <a:pt x="26529" y="178992"/>
                </a:lnTo>
                <a:lnTo>
                  <a:pt x="68853" y="129537"/>
                </a:lnTo>
                <a:lnTo>
                  <a:pt x="64131" y="121576"/>
                </a:lnTo>
                <a:lnTo>
                  <a:pt x="64471" y="112886"/>
                </a:lnTo>
                <a:lnTo>
                  <a:pt x="69170" y="105690"/>
                </a:lnTo>
                <a:lnTo>
                  <a:pt x="77522" y="102211"/>
                </a:lnTo>
                <a:lnTo>
                  <a:pt x="71801" y="36287"/>
                </a:lnTo>
                <a:close/>
              </a:path>
              <a:path w="567690" h="563880" extrusionOk="0">
                <a:moveTo>
                  <a:pt x="466778" y="493855"/>
                </a:moveTo>
                <a:lnTo>
                  <a:pt x="68853" y="129537"/>
                </a:lnTo>
                <a:lnTo>
                  <a:pt x="26529" y="178992"/>
                </a:lnTo>
                <a:lnTo>
                  <a:pt x="424454" y="543310"/>
                </a:lnTo>
                <a:lnTo>
                  <a:pt x="466778" y="493855"/>
                </a:lnTo>
                <a:close/>
              </a:path>
              <a:path w="567690" h="563880" extrusionOk="0">
                <a:moveTo>
                  <a:pt x="548963" y="506728"/>
                </a:moveTo>
                <a:lnTo>
                  <a:pt x="523941" y="483820"/>
                </a:lnTo>
                <a:lnTo>
                  <a:pt x="491951" y="482679"/>
                </a:lnTo>
                <a:lnTo>
                  <a:pt x="489208" y="491260"/>
                </a:lnTo>
                <a:lnTo>
                  <a:pt x="482829" y="496546"/>
                </a:lnTo>
                <a:lnTo>
                  <a:pt x="474718" y="497692"/>
                </a:lnTo>
                <a:lnTo>
                  <a:pt x="466778" y="493855"/>
                </a:lnTo>
                <a:lnTo>
                  <a:pt x="424454" y="543310"/>
                </a:lnTo>
                <a:lnTo>
                  <a:pt x="465921" y="563349"/>
                </a:lnTo>
                <a:lnTo>
                  <a:pt x="508282" y="557361"/>
                </a:lnTo>
                <a:lnTo>
                  <a:pt x="541597" y="529759"/>
                </a:lnTo>
                <a:lnTo>
                  <a:pt x="548963" y="506728"/>
                </a:lnTo>
                <a:close/>
              </a:path>
              <a:path w="567690" h="563880" extrusionOk="0">
                <a:moveTo>
                  <a:pt x="567675" y="84348"/>
                </a:moveTo>
                <a:lnTo>
                  <a:pt x="503699" y="82078"/>
                </a:lnTo>
                <a:lnTo>
                  <a:pt x="491951" y="482679"/>
                </a:lnTo>
                <a:lnTo>
                  <a:pt x="555927" y="484956"/>
                </a:lnTo>
                <a:lnTo>
                  <a:pt x="567675" y="84348"/>
                </a:lnTo>
                <a:close/>
              </a:path>
              <a:path w="567690" h="563880" extrusionOk="0">
                <a:moveTo>
                  <a:pt x="555927" y="484956"/>
                </a:moveTo>
                <a:lnTo>
                  <a:pt x="491951" y="482679"/>
                </a:lnTo>
                <a:lnTo>
                  <a:pt x="523941" y="483820"/>
                </a:lnTo>
                <a:lnTo>
                  <a:pt x="548963" y="506728"/>
                </a:lnTo>
                <a:lnTo>
                  <a:pt x="555927" y="484956"/>
                </a:lnTo>
                <a:close/>
              </a:path>
              <a:path w="567690" h="563880" extrusionOk="0">
                <a:moveTo>
                  <a:pt x="481475" y="0"/>
                </a:moveTo>
                <a:lnTo>
                  <a:pt x="71801" y="36287"/>
                </a:lnTo>
                <a:lnTo>
                  <a:pt x="77522" y="102211"/>
                </a:lnTo>
                <a:lnTo>
                  <a:pt x="487196" y="65923"/>
                </a:lnTo>
                <a:lnTo>
                  <a:pt x="481475" y="0"/>
                </a:lnTo>
                <a:close/>
              </a:path>
              <a:path w="567690" h="563880" extrusionOk="0">
                <a:moveTo>
                  <a:pt x="512275" y="82382"/>
                </a:moveTo>
                <a:lnTo>
                  <a:pt x="498946" y="70178"/>
                </a:lnTo>
                <a:lnTo>
                  <a:pt x="502510" y="75479"/>
                </a:lnTo>
                <a:lnTo>
                  <a:pt x="503699" y="82078"/>
                </a:lnTo>
                <a:lnTo>
                  <a:pt x="512275" y="82382"/>
                </a:lnTo>
                <a:close/>
              </a:path>
              <a:path w="567690" h="563880" extrusionOk="0">
                <a:moveTo>
                  <a:pt x="542843" y="22213"/>
                </a:moveTo>
                <a:lnTo>
                  <a:pt x="515091" y="4517"/>
                </a:lnTo>
                <a:lnTo>
                  <a:pt x="481475" y="0"/>
                </a:lnTo>
                <a:lnTo>
                  <a:pt x="487196" y="65923"/>
                </a:lnTo>
                <a:lnTo>
                  <a:pt x="493632" y="66789"/>
                </a:lnTo>
                <a:lnTo>
                  <a:pt x="498946" y="70178"/>
                </a:lnTo>
                <a:lnTo>
                  <a:pt x="512275" y="82382"/>
                </a:lnTo>
                <a:lnTo>
                  <a:pt x="567675" y="84348"/>
                </a:lnTo>
                <a:lnTo>
                  <a:pt x="561460" y="49890"/>
                </a:lnTo>
                <a:lnTo>
                  <a:pt x="542843" y="22213"/>
                </a:lnTo>
                <a:close/>
              </a:path>
              <a:path w="567690" h="563880" extrusionOk="0">
                <a:moveTo>
                  <a:pt x="481475" y="0"/>
                </a:moveTo>
                <a:lnTo>
                  <a:pt x="484334" y="32964"/>
                </a:lnTo>
                <a:lnTo>
                  <a:pt x="481475" y="0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5"/>
          <p:cNvSpPr/>
          <p:nvPr/>
        </p:nvSpPr>
        <p:spPr>
          <a:xfrm>
            <a:off x="6649812" y="240355"/>
            <a:ext cx="309438" cy="234318"/>
          </a:xfrm>
          <a:custGeom>
            <a:avLst/>
            <a:gdLst/>
            <a:ahLst/>
            <a:cxnLst/>
            <a:rect l="l" t="t" r="r" b="b"/>
            <a:pathLst>
              <a:path w="680084" h="514984" extrusionOk="0">
                <a:moveTo>
                  <a:pt x="646047" y="263737"/>
                </a:moveTo>
                <a:lnTo>
                  <a:pt x="671506" y="234818"/>
                </a:lnTo>
                <a:lnTo>
                  <a:pt x="679488" y="202256"/>
                </a:lnTo>
                <a:lnTo>
                  <a:pt x="680032" y="199658"/>
                </a:lnTo>
                <a:lnTo>
                  <a:pt x="672963" y="164842"/>
                </a:lnTo>
                <a:lnTo>
                  <a:pt x="651384" y="135712"/>
                </a:lnTo>
                <a:lnTo>
                  <a:pt x="616547" y="118440"/>
                </a:lnTo>
                <a:lnTo>
                  <a:pt x="602977" y="182101"/>
                </a:lnTo>
                <a:lnTo>
                  <a:pt x="610928" y="186635"/>
                </a:lnTo>
                <a:lnTo>
                  <a:pt x="614821" y="194271"/>
                </a:lnTo>
                <a:lnTo>
                  <a:pt x="614205" y="202777"/>
                </a:lnTo>
                <a:lnTo>
                  <a:pt x="608626" y="209924"/>
                </a:lnTo>
                <a:lnTo>
                  <a:pt x="646047" y="263737"/>
                </a:lnTo>
                <a:close/>
              </a:path>
              <a:path w="680084" h="514984" extrusionOk="0">
                <a:moveTo>
                  <a:pt x="83150" y="63661"/>
                </a:moveTo>
                <a:lnTo>
                  <a:pt x="602977" y="182101"/>
                </a:lnTo>
                <a:lnTo>
                  <a:pt x="616547" y="118440"/>
                </a:lnTo>
                <a:lnTo>
                  <a:pt x="96721" y="0"/>
                </a:lnTo>
                <a:lnTo>
                  <a:pt x="83150" y="63661"/>
                </a:lnTo>
                <a:close/>
              </a:path>
              <a:path w="680084" h="514984" extrusionOk="0">
                <a:moveTo>
                  <a:pt x="8324" y="114292"/>
                </a:moveTo>
                <a:lnTo>
                  <a:pt x="66227" y="85548"/>
                </a:lnTo>
                <a:lnTo>
                  <a:pt x="64631" y="76800"/>
                </a:lnTo>
                <a:lnTo>
                  <a:pt x="67762" y="69149"/>
                </a:lnTo>
                <a:lnTo>
                  <a:pt x="74355" y="64226"/>
                </a:lnTo>
                <a:lnTo>
                  <a:pt x="83150" y="63661"/>
                </a:lnTo>
                <a:lnTo>
                  <a:pt x="96721" y="0"/>
                </a:lnTo>
                <a:lnTo>
                  <a:pt x="50787" y="2945"/>
                </a:lnTo>
                <a:lnTo>
                  <a:pt x="16350" y="28655"/>
                </a:lnTo>
                <a:lnTo>
                  <a:pt x="0" y="68610"/>
                </a:lnTo>
                <a:lnTo>
                  <a:pt x="8324" y="114292"/>
                </a:lnTo>
                <a:close/>
              </a:path>
              <a:path w="680084" h="514984" extrusionOk="0">
                <a:moveTo>
                  <a:pt x="186611" y="470802"/>
                </a:moveTo>
                <a:lnTo>
                  <a:pt x="244515" y="442058"/>
                </a:lnTo>
                <a:lnTo>
                  <a:pt x="66227" y="85548"/>
                </a:lnTo>
                <a:lnTo>
                  <a:pt x="8324" y="114292"/>
                </a:lnTo>
                <a:lnTo>
                  <a:pt x="186611" y="470802"/>
                </a:lnTo>
                <a:close/>
              </a:path>
              <a:path w="680084" h="514984" extrusionOk="0">
                <a:moveTo>
                  <a:pt x="304514" y="501804"/>
                </a:moveTo>
                <a:lnTo>
                  <a:pt x="646047" y="263737"/>
                </a:lnTo>
                <a:lnTo>
                  <a:pt x="608626" y="209924"/>
                </a:lnTo>
                <a:lnTo>
                  <a:pt x="267092" y="447995"/>
                </a:lnTo>
                <a:lnTo>
                  <a:pt x="304514" y="501804"/>
                </a:lnTo>
                <a:close/>
              </a:path>
              <a:path w="680084" h="514984" extrusionOk="0">
                <a:moveTo>
                  <a:pt x="236412" y="446080"/>
                </a:moveTo>
                <a:lnTo>
                  <a:pt x="254518" y="450206"/>
                </a:lnTo>
                <a:lnTo>
                  <a:pt x="248752" y="447310"/>
                </a:lnTo>
                <a:lnTo>
                  <a:pt x="244515" y="442058"/>
                </a:lnTo>
                <a:lnTo>
                  <a:pt x="236412" y="446080"/>
                </a:lnTo>
                <a:close/>
              </a:path>
              <a:path w="680084" h="514984" extrusionOk="0">
                <a:moveTo>
                  <a:pt x="238852" y="513353"/>
                </a:moveTo>
                <a:lnTo>
                  <a:pt x="272320" y="514950"/>
                </a:lnTo>
                <a:lnTo>
                  <a:pt x="304514" y="501804"/>
                </a:lnTo>
                <a:lnTo>
                  <a:pt x="267092" y="447995"/>
                </a:lnTo>
                <a:lnTo>
                  <a:pt x="285803" y="474901"/>
                </a:lnTo>
                <a:lnTo>
                  <a:pt x="212157" y="458121"/>
                </a:lnTo>
                <a:lnTo>
                  <a:pt x="186611" y="470802"/>
                </a:lnTo>
                <a:lnTo>
                  <a:pt x="208739" y="498231"/>
                </a:lnTo>
                <a:lnTo>
                  <a:pt x="238852" y="513353"/>
                </a:lnTo>
                <a:close/>
              </a:path>
              <a:path w="680084" h="514984" extrusionOk="0">
                <a:moveTo>
                  <a:pt x="212157" y="458121"/>
                </a:moveTo>
                <a:lnTo>
                  <a:pt x="285803" y="474901"/>
                </a:lnTo>
                <a:lnTo>
                  <a:pt x="267092" y="447995"/>
                </a:lnTo>
                <a:lnTo>
                  <a:pt x="260927" y="450512"/>
                </a:lnTo>
                <a:lnTo>
                  <a:pt x="254518" y="450206"/>
                </a:lnTo>
                <a:lnTo>
                  <a:pt x="236412" y="446080"/>
                </a:lnTo>
                <a:lnTo>
                  <a:pt x="212157" y="458121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5"/>
          <p:cNvSpPr/>
          <p:nvPr/>
        </p:nvSpPr>
        <p:spPr>
          <a:xfrm>
            <a:off x="5097949" y="4540073"/>
            <a:ext cx="309728" cy="235762"/>
          </a:xfrm>
          <a:custGeom>
            <a:avLst/>
            <a:gdLst/>
            <a:ahLst/>
            <a:cxnLst/>
            <a:rect l="l" t="t" r="r" b="b"/>
            <a:pathLst>
              <a:path w="680720" h="518159" extrusionOk="0">
                <a:moveTo>
                  <a:pt x="12192" y="396899"/>
                </a:moveTo>
                <a:lnTo>
                  <a:pt x="0" y="433911"/>
                </a:lnTo>
                <a:lnTo>
                  <a:pt x="5237" y="467039"/>
                </a:lnTo>
                <a:lnTo>
                  <a:pt x="5735" y="469646"/>
                </a:lnTo>
                <a:lnTo>
                  <a:pt x="25655" y="498650"/>
                </a:lnTo>
                <a:lnTo>
                  <a:pt x="56682" y="516446"/>
                </a:lnTo>
                <a:lnTo>
                  <a:pt x="95296" y="517906"/>
                </a:lnTo>
                <a:lnTo>
                  <a:pt x="83194" y="453948"/>
                </a:lnTo>
                <a:lnTo>
                  <a:pt x="74152" y="453073"/>
                </a:lnTo>
                <a:lnTo>
                  <a:pt x="67636" y="447681"/>
                </a:lnTo>
                <a:lnTo>
                  <a:pt x="64920" y="439630"/>
                </a:lnTo>
                <a:lnTo>
                  <a:pt x="67280" y="430777"/>
                </a:lnTo>
                <a:lnTo>
                  <a:pt x="12192" y="396899"/>
                </a:lnTo>
                <a:close/>
              </a:path>
              <a:path w="680720" h="518159" extrusionOk="0">
                <a:moveTo>
                  <a:pt x="605609" y="348080"/>
                </a:moveTo>
                <a:lnTo>
                  <a:pt x="83194" y="453948"/>
                </a:lnTo>
                <a:lnTo>
                  <a:pt x="95296" y="517906"/>
                </a:lnTo>
                <a:lnTo>
                  <a:pt x="617711" y="412038"/>
                </a:lnTo>
                <a:lnTo>
                  <a:pt x="605609" y="348080"/>
                </a:lnTo>
                <a:close/>
              </a:path>
              <a:path w="680720" h="518159" extrusionOk="0">
                <a:moveTo>
                  <a:pt x="654739" y="270808"/>
                </a:moveTo>
                <a:lnTo>
                  <a:pt x="612700" y="321036"/>
                </a:lnTo>
                <a:lnTo>
                  <a:pt x="617533" y="328398"/>
                </a:lnTo>
                <a:lnTo>
                  <a:pt x="617611" y="336702"/>
                </a:lnTo>
                <a:lnTo>
                  <a:pt x="613460" y="343935"/>
                </a:lnTo>
                <a:lnTo>
                  <a:pt x="605609" y="348080"/>
                </a:lnTo>
                <a:lnTo>
                  <a:pt x="617711" y="412038"/>
                </a:lnTo>
                <a:lnTo>
                  <a:pt x="658710" y="390389"/>
                </a:lnTo>
                <a:lnTo>
                  <a:pt x="680388" y="352619"/>
                </a:lnTo>
                <a:lnTo>
                  <a:pt x="679984" y="309251"/>
                </a:lnTo>
                <a:lnTo>
                  <a:pt x="654739" y="270808"/>
                </a:lnTo>
                <a:close/>
              </a:path>
              <a:path w="680720" h="518159" extrusionOk="0">
                <a:moveTo>
                  <a:pt x="353744" y="17470"/>
                </a:moveTo>
                <a:lnTo>
                  <a:pt x="311701" y="67696"/>
                </a:lnTo>
                <a:lnTo>
                  <a:pt x="612700" y="321036"/>
                </a:lnTo>
                <a:lnTo>
                  <a:pt x="654739" y="270808"/>
                </a:lnTo>
                <a:lnTo>
                  <a:pt x="353744" y="17470"/>
                </a:lnTo>
                <a:close/>
              </a:path>
              <a:path w="680720" h="518159" extrusionOk="0">
                <a:moveTo>
                  <a:pt x="233608" y="37691"/>
                </a:moveTo>
                <a:lnTo>
                  <a:pt x="12192" y="396899"/>
                </a:lnTo>
                <a:lnTo>
                  <a:pt x="67280" y="430777"/>
                </a:lnTo>
                <a:lnTo>
                  <a:pt x="288696" y="71569"/>
                </a:lnTo>
                <a:lnTo>
                  <a:pt x="233608" y="37691"/>
                </a:lnTo>
                <a:close/>
              </a:path>
              <a:path w="680720" h="518159" extrusionOk="0">
                <a:moveTo>
                  <a:pt x="317589" y="60661"/>
                </a:moveTo>
                <a:lnTo>
                  <a:pt x="299379" y="64352"/>
                </a:lnTo>
                <a:lnTo>
                  <a:pt x="305787" y="64628"/>
                </a:lnTo>
                <a:lnTo>
                  <a:pt x="311701" y="67696"/>
                </a:lnTo>
                <a:lnTo>
                  <a:pt x="317589" y="60661"/>
                </a:lnTo>
                <a:close/>
              </a:path>
              <a:path w="680720" h="518159" extrusionOk="0">
                <a:moveTo>
                  <a:pt x="289398" y="0"/>
                </a:moveTo>
                <a:lnTo>
                  <a:pt x="258073" y="12348"/>
                </a:lnTo>
                <a:lnTo>
                  <a:pt x="233608" y="37691"/>
                </a:lnTo>
                <a:lnTo>
                  <a:pt x="288696" y="71569"/>
                </a:lnTo>
                <a:lnTo>
                  <a:pt x="293381" y="66716"/>
                </a:lnTo>
                <a:lnTo>
                  <a:pt x="299379" y="64352"/>
                </a:lnTo>
                <a:lnTo>
                  <a:pt x="317589" y="60661"/>
                </a:lnTo>
                <a:lnTo>
                  <a:pt x="353744" y="17470"/>
                </a:lnTo>
                <a:lnTo>
                  <a:pt x="322862" y="1442"/>
                </a:lnTo>
                <a:lnTo>
                  <a:pt x="289398" y="0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8106033" y="1322673"/>
            <a:ext cx="299904" cy="290659"/>
          </a:xfrm>
          <a:custGeom>
            <a:avLst/>
            <a:gdLst/>
            <a:ahLst/>
            <a:cxnLst/>
            <a:rect l="l" t="t" r="r" b="b"/>
            <a:pathLst>
              <a:path w="659130" h="638810" extrusionOk="0">
                <a:moveTo>
                  <a:pt x="658848" y="103797"/>
                </a:moveTo>
                <a:lnTo>
                  <a:pt x="656104" y="60567"/>
                </a:lnTo>
                <a:lnTo>
                  <a:pt x="635816" y="26407"/>
                </a:lnTo>
                <a:lnTo>
                  <a:pt x="603527" y="4993"/>
                </a:lnTo>
                <a:lnTo>
                  <a:pt x="564781" y="0"/>
                </a:lnTo>
                <a:lnTo>
                  <a:pt x="525119" y="15104"/>
                </a:lnTo>
                <a:lnTo>
                  <a:pt x="563835" y="75208"/>
                </a:lnTo>
                <a:lnTo>
                  <a:pt x="573342" y="72221"/>
                </a:lnTo>
                <a:lnTo>
                  <a:pt x="582161" y="74972"/>
                </a:lnTo>
                <a:lnTo>
                  <a:pt x="588219" y="82087"/>
                </a:lnTo>
                <a:lnTo>
                  <a:pt x="589442" y="92191"/>
                </a:lnTo>
                <a:lnTo>
                  <a:pt x="658848" y="103797"/>
                </a:lnTo>
                <a:close/>
              </a:path>
              <a:path w="659130" h="638810" extrusionOk="0">
                <a:moveTo>
                  <a:pt x="77767" y="410234"/>
                </a:moveTo>
                <a:lnTo>
                  <a:pt x="563835" y="75208"/>
                </a:lnTo>
                <a:lnTo>
                  <a:pt x="525119" y="15104"/>
                </a:lnTo>
                <a:lnTo>
                  <a:pt x="39052" y="350130"/>
                </a:lnTo>
                <a:lnTo>
                  <a:pt x="77767" y="410234"/>
                </a:lnTo>
                <a:close/>
              </a:path>
              <a:path w="659130" h="638810" extrusionOk="0">
                <a:moveTo>
                  <a:pt x="61103" y="510442"/>
                </a:moveTo>
                <a:lnTo>
                  <a:pt x="81988" y="440933"/>
                </a:lnTo>
                <a:lnTo>
                  <a:pt x="73994" y="435534"/>
                </a:lnTo>
                <a:lnTo>
                  <a:pt x="70413" y="427077"/>
                </a:lnTo>
                <a:lnTo>
                  <a:pt x="71565" y="417874"/>
                </a:lnTo>
                <a:lnTo>
                  <a:pt x="77767" y="410234"/>
                </a:lnTo>
                <a:lnTo>
                  <a:pt x="39052" y="350130"/>
                </a:lnTo>
                <a:lnTo>
                  <a:pt x="10980" y="381008"/>
                </a:lnTo>
                <a:lnTo>
                  <a:pt x="0" y="418655"/>
                </a:lnTo>
                <a:lnTo>
                  <a:pt x="5259" y="456894"/>
                </a:lnTo>
                <a:lnTo>
                  <a:pt x="25910" y="489549"/>
                </a:lnTo>
                <a:lnTo>
                  <a:pt x="61103" y="510442"/>
                </a:lnTo>
                <a:close/>
              </a:path>
              <a:path w="659130" h="638810" extrusionOk="0">
                <a:moveTo>
                  <a:pt x="469277" y="635786"/>
                </a:moveTo>
                <a:lnTo>
                  <a:pt x="490163" y="566275"/>
                </a:lnTo>
                <a:lnTo>
                  <a:pt x="81988" y="440933"/>
                </a:lnTo>
                <a:lnTo>
                  <a:pt x="61103" y="510442"/>
                </a:lnTo>
                <a:lnTo>
                  <a:pt x="469277" y="635786"/>
                </a:lnTo>
                <a:close/>
              </a:path>
              <a:path w="659130" h="638810" extrusionOk="0">
                <a:moveTo>
                  <a:pt x="580953" y="564166"/>
                </a:moveTo>
                <a:lnTo>
                  <a:pt x="658848" y="103797"/>
                </a:lnTo>
                <a:lnTo>
                  <a:pt x="589442" y="92191"/>
                </a:lnTo>
                <a:lnTo>
                  <a:pt x="511550" y="552564"/>
                </a:lnTo>
                <a:lnTo>
                  <a:pt x="580953" y="564166"/>
                </a:lnTo>
                <a:close/>
              </a:path>
              <a:path w="659130" h="638810" extrusionOk="0">
                <a:moveTo>
                  <a:pt x="487325" y="575724"/>
                </a:moveTo>
                <a:lnTo>
                  <a:pt x="503811" y="564360"/>
                </a:lnTo>
                <a:lnTo>
                  <a:pt x="497316" y="566816"/>
                </a:lnTo>
                <a:lnTo>
                  <a:pt x="490163" y="566275"/>
                </a:lnTo>
                <a:lnTo>
                  <a:pt x="487325" y="575724"/>
                </a:lnTo>
                <a:close/>
              </a:path>
              <a:path w="659130" h="638810" extrusionOk="0">
                <a:moveTo>
                  <a:pt x="540549" y="625778"/>
                </a:moveTo>
                <a:lnTo>
                  <a:pt x="566751" y="600049"/>
                </a:lnTo>
                <a:lnTo>
                  <a:pt x="580953" y="564166"/>
                </a:lnTo>
                <a:lnTo>
                  <a:pt x="511550" y="552564"/>
                </a:lnTo>
                <a:lnTo>
                  <a:pt x="508830" y="559434"/>
                </a:lnTo>
                <a:lnTo>
                  <a:pt x="503811" y="564360"/>
                </a:lnTo>
                <a:lnTo>
                  <a:pt x="487325" y="575724"/>
                </a:lnTo>
                <a:lnTo>
                  <a:pt x="469277" y="635786"/>
                </a:lnTo>
                <a:lnTo>
                  <a:pt x="506630" y="638606"/>
                </a:lnTo>
                <a:lnTo>
                  <a:pt x="540549" y="6257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7447458" y="1699687"/>
            <a:ext cx="282279" cy="301637"/>
          </a:xfrm>
          <a:custGeom>
            <a:avLst/>
            <a:gdLst/>
            <a:ahLst/>
            <a:cxnLst/>
            <a:rect l="l" t="t" r="r" b="b"/>
            <a:pathLst>
              <a:path w="620394" h="662939" extrusionOk="0">
                <a:moveTo>
                  <a:pt x="522221" y="662354"/>
                </a:moveTo>
                <a:lnTo>
                  <a:pt x="564257" y="657160"/>
                </a:lnTo>
                <a:lnTo>
                  <a:pt x="596799" y="634238"/>
                </a:lnTo>
                <a:lnTo>
                  <a:pt x="616442" y="599593"/>
                </a:lnTo>
                <a:lnTo>
                  <a:pt x="619779" y="559234"/>
                </a:lnTo>
                <a:lnTo>
                  <a:pt x="603405" y="519166"/>
                </a:lnTo>
                <a:lnTo>
                  <a:pt x="546818" y="562859"/>
                </a:lnTo>
                <a:lnTo>
                  <a:pt x="550122" y="572503"/>
                </a:lnTo>
                <a:lnTo>
                  <a:pt x="547783" y="581786"/>
                </a:lnTo>
                <a:lnTo>
                  <a:pt x="541075" y="588460"/>
                </a:lnTo>
                <a:lnTo>
                  <a:pt x="531272" y="590278"/>
                </a:lnTo>
                <a:lnTo>
                  <a:pt x="522221" y="662354"/>
                </a:lnTo>
                <a:close/>
              </a:path>
              <a:path w="620394" h="662939" extrusionOk="0">
                <a:moveTo>
                  <a:pt x="198005" y="79493"/>
                </a:moveTo>
                <a:lnTo>
                  <a:pt x="546818" y="562859"/>
                </a:lnTo>
                <a:lnTo>
                  <a:pt x="603405" y="519166"/>
                </a:lnTo>
                <a:lnTo>
                  <a:pt x="254592" y="35800"/>
                </a:lnTo>
                <a:lnTo>
                  <a:pt x="198005" y="79493"/>
                </a:lnTo>
                <a:close/>
              </a:path>
              <a:path w="620394" h="662939" extrusionOk="0">
                <a:moveTo>
                  <a:pt x="111383" y="46271"/>
                </a:moveTo>
                <a:lnTo>
                  <a:pt x="134176" y="77856"/>
                </a:lnTo>
                <a:lnTo>
                  <a:pt x="168397" y="85993"/>
                </a:lnTo>
                <a:lnTo>
                  <a:pt x="173232" y="77329"/>
                </a:lnTo>
                <a:lnTo>
                  <a:pt x="181281" y="73027"/>
                </a:lnTo>
                <a:lnTo>
                  <a:pt x="190291" y="73584"/>
                </a:lnTo>
                <a:lnTo>
                  <a:pt x="198005" y="79493"/>
                </a:lnTo>
                <a:lnTo>
                  <a:pt x="254592" y="35800"/>
                </a:lnTo>
                <a:lnTo>
                  <a:pt x="223279" y="8790"/>
                </a:lnTo>
                <a:lnTo>
                  <a:pt x="186129" y="0"/>
                </a:lnTo>
                <a:lnTo>
                  <a:pt x="149171" y="8107"/>
                </a:lnTo>
                <a:lnTo>
                  <a:pt x="118438" y="31789"/>
                </a:lnTo>
                <a:lnTo>
                  <a:pt x="111383" y="46271"/>
                </a:lnTo>
                <a:close/>
              </a:path>
              <a:path w="620394" h="662939" extrusionOk="0">
                <a:moveTo>
                  <a:pt x="822" y="497420"/>
                </a:moveTo>
                <a:lnTo>
                  <a:pt x="69258" y="513685"/>
                </a:lnTo>
                <a:lnTo>
                  <a:pt x="168397" y="85993"/>
                </a:lnTo>
                <a:lnTo>
                  <a:pt x="99959" y="69723"/>
                </a:lnTo>
                <a:lnTo>
                  <a:pt x="822" y="497420"/>
                </a:lnTo>
                <a:close/>
              </a:path>
              <a:path w="620394" h="662939" extrusionOk="0">
                <a:moveTo>
                  <a:pt x="99959" y="69723"/>
                </a:moveTo>
                <a:lnTo>
                  <a:pt x="168397" y="85993"/>
                </a:lnTo>
                <a:lnTo>
                  <a:pt x="134176" y="77856"/>
                </a:lnTo>
                <a:lnTo>
                  <a:pt x="111383" y="46271"/>
                </a:lnTo>
                <a:lnTo>
                  <a:pt x="99959" y="69723"/>
                </a:lnTo>
                <a:close/>
              </a:path>
              <a:path w="620394" h="662939" extrusionOk="0">
                <a:moveTo>
                  <a:pt x="74272" y="606684"/>
                </a:moveTo>
                <a:lnTo>
                  <a:pt x="522221" y="662354"/>
                </a:lnTo>
                <a:lnTo>
                  <a:pt x="531272" y="590278"/>
                </a:lnTo>
                <a:lnTo>
                  <a:pt x="83320" y="534610"/>
                </a:lnTo>
                <a:lnTo>
                  <a:pt x="74272" y="606684"/>
                </a:lnTo>
                <a:close/>
              </a:path>
              <a:path w="620394" h="662939" extrusionOk="0">
                <a:moveTo>
                  <a:pt x="60286" y="511553"/>
                </a:moveTo>
                <a:lnTo>
                  <a:pt x="71740" y="527424"/>
                </a:lnTo>
                <a:lnTo>
                  <a:pt x="69100" y="520984"/>
                </a:lnTo>
                <a:lnTo>
                  <a:pt x="69258" y="513685"/>
                </a:lnTo>
                <a:lnTo>
                  <a:pt x="60286" y="511553"/>
                </a:lnTo>
                <a:close/>
              </a:path>
              <a:path w="620394" h="662939" extrusionOk="0">
                <a:moveTo>
                  <a:pt x="13790" y="569162"/>
                </a:moveTo>
                <a:lnTo>
                  <a:pt x="39459" y="594235"/>
                </a:lnTo>
                <a:lnTo>
                  <a:pt x="74272" y="606684"/>
                </a:lnTo>
                <a:lnTo>
                  <a:pt x="83320" y="534610"/>
                </a:lnTo>
                <a:lnTo>
                  <a:pt x="76654" y="532226"/>
                </a:lnTo>
                <a:lnTo>
                  <a:pt x="71740" y="527424"/>
                </a:lnTo>
                <a:lnTo>
                  <a:pt x="60286" y="511553"/>
                </a:lnTo>
                <a:lnTo>
                  <a:pt x="822" y="497420"/>
                </a:lnTo>
                <a:lnTo>
                  <a:pt x="0" y="535534"/>
                </a:lnTo>
                <a:lnTo>
                  <a:pt x="13790" y="5691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5"/>
          <p:cNvSpPr/>
          <p:nvPr/>
        </p:nvSpPr>
        <p:spPr>
          <a:xfrm>
            <a:off x="8018832" y="810070"/>
            <a:ext cx="271878" cy="293836"/>
          </a:xfrm>
          <a:custGeom>
            <a:avLst/>
            <a:gdLst/>
            <a:ahLst/>
            <a:cxnLst/>
            <a:rect l="l" t="t" r="r" b="b"/>
            <a:pathLst>
              <a:path w="597534" h="645794" extrusionOk="0">
                <a:moveTo>
                  <a:pt x="20838" y="560123"/>
                </a:moveTo>
                <a:lnTo>
                  <a:pt x="32686" y="601989"/>
                </a:lnTo>
                <a:lnTo>
                  <a:pt x="59829" y="631173"/>
                </a:lnTo>
                <a:lnTo>
                  <a:pt x="96014" y="645244"/>
                </a:lnTo>
                <a:lnTo>
                  <a:pt x="134989" y="641770"/>
                </a:lnTo>
                <a:lnTo>
                  <a:pt x="170502" y="618322"/>
                </a:lnTo>
                <a:lnTo>
                  <a:pt x="119701" y="568018"/>
                </a:lnTo>
                <a:lnTo>
                  <a:pt x="111050" y="573015"/>
                </a:lnTo>
                <a:lnTo>
                  <a:pt x="101831" y="572217"/>
                </a:lnTo>
                <a:lnTo>
                  <a:pt x="94382" y="566534"/>
                </a:lnTo>
                <a:lnTo>
                  <a:pt x="91041" y="556874"/>
                </a:lnTo>
                <a:lnTo>
                  <a:pt x="20838" y="560123"/>
                </a:lnTo>
                <a:close/>
              </a:path>
              <a:path w="597534" h="645794" extrusionOk="0">
                <a:moveTo>
                  <a:pt x="523256" y="132004"/>
                </a:moveTo>
                <a:lnTo>
                  <a:pt x="119701" y="568018"/>
                </a:lnTo>
                <a:lnTo>
                  <a:pt x="170502" y="618322"/>
                </a:lnTo>
                <a:lnTo>
                  <a:pt x="574057" y="182307"/>
                </a:lnTo>
                <a:lnTo>
                  <a:pt x="523256" y="132004"/>
                </a:lnTo>
                <a:close/>
              </a:path>
              <a:path w="597534" h="645794" extrusionOk="0">
                <a:moveTo>
                  <a:pt x="517103" y="30404"/>
                </a:moveTo>
                <a:lnTo>
                  <a:pt x="512351" y="102914"/>
                </a:lnTo>
                <a:lnTo>
                  <a:pt x="521367" y="106404"/>
                </a:lnTo>
                <a:lnTo>
                  <a:pt x="526741" y="113886"/>
                </a:lnTo>
                <a:lnTo>
                  <a:pt x="527647" y="123155"/>
                </a:lnTo>
                <a:lnTo>
                  <a:pt x="523256" y="132004"/>
                </a:lnTo>
                <a:lnTo>
                  <a:pt x="574057" y="182307"/>
                </a:lnTo>
                <a:lnTo>
                  <a:pt x="594755" y="145881"/>
                </a:lnTo>
                <a:lnTo>
                  <a:pt x="597196" y="106579"/>
                </a:lnTo>
                <a:lnTo>
                  <a:pt x="583593" y="70300"/>
                </a:lnTo>
                <a:lnTo>
                  <a:pt x="556158" y="42942"/>
                </a:lnTo>
                <a:lnTo>
                  <a:pt x="517103" y="30404"/>
                </a:lnTo>
                <a:close/>
              </a:path>
              <a:path w="597534" h="645794" extrusionOk="0">
                <a:moveTo>
                  <a:pt x="121956" y="2095"/>
                </a:moveTo>
                <a:lnTo>
                  <a:pt x="90336" y="36258"/>
                </a:lnTo>
                <a:lnTo>
                  <a:pt x="87957" y="72513"/>
                </a:lnTo>
                <a:lnTo>
                  <a:pt x="512351" y="102914"/>
                </a:lnTo>
                <a:lnTo>
                  <a:pt x="517103" y="30404"/>
                </a:lnTo>
                <a:lnTo>
                  <a:pt x="121956" y="2095"/>
                </a:lnTo>
                <a:close/>
              </a:path>
              <a:path w="597534" h="645794" extrusionOk="0">
                <a:moveTo>
                  <a:pt x="0" y="93705"/>
                </a:moveTo>
                <a:lnTo>
                  <a:pt x="20838" y="560123"/>
                </a:lnTo>
                <a:lnTo>
                  <a:pt x="91041" y="556874"/>
                </a:lnTo>
                <a:lnTo>
                  <a:pt x="55938" y="558497"/>
                </a:lnTo>
                <a:lnTo>
                  <a:pt x="89494" y="522241"/>
                </a:lnTo>
                <a:lnTo>
                  <a:pt x="70203" y="90456"/>
                </a:lnTo>
                <a:lnTo>
                  <a:pt x="0" y="93705"/>
                </a:lnTo>
                <a:close/>
              </a:path>
              <a:path w="597534" h="645794" extrusionOk="0">
                <a:moveTo>
                  <a:pt x="89494" y="522241"/>
                </a:moveTo>
                <a:lnTo>
                  <a:pt x="55938" y="558497"/>
                </a:lnTo>
                <a:lnTo>
                  <a:pt x="91041" y="556874"/>
                </a:lnTo>
                <a:lnTo>
                  <a:pt x="89494" y="522241"/>
                </a:lnTo>
                <a:close/>
              </a:path>
              <a:path w="597534" h="645794" extrusionOk="0">
                <a:moveTo>
                  <a:pt x="88588" y="62886"/>
                </a:moveTo>
                <a:lnTo>
                  <a:pt x="75188" y="77365"/>
                </a:lnTo>
                <a:lnTo>
                  <a:pt x="80933" y="73572"/>
                </a:lnTo>
                <a:lnTo>
                  <a:pt x="87957" y="72513"/>
                </a:lnTo>
                <a:lnTo>
                  <a:pt x="88588" y="62886"/>
                </a:lnTo>
                <a:close/>
              </a:path>
              <a:path w="597534" h="645794" extrusionOk="0">
                <a:moveTo>
                  <a:pt x="92710" y="0"/>
                </a:moveTo>
                <a:lnTo>
                  <a:pt x="87957" y="72513"/>
                </a:lnTo>
                <a:lnTo>
                  <a:pt x="90336" y="36258"/>
                </a:lnTo>
                <a:lnTo>
                  <a:pt x="121956" y="2095"/>
                </a:lnTo>
                <a:lnTo>
                  <a:pt x="92710" y="0"/>
                </a:lnTo>
                <a:close/>
              </a:path>
              <a:path w="597534" h="645794" extrusionOk="0">
                <a:moveTo>
                  <a:pt x="26031" y="25344"/>
                </a:moveTo>
                <a:lnTo>
                  <a:pt x="6190" y="55910"/>
                </a:lnTo>
                <a:lnTo>
                  <a:pt x="0" y="93705"/>
                </a:lnTo>
                <a:lnTo>
                  <a:pt x="70203" y="90456"/>
                </a:lnTo>
                <a:lnTo>
                  <a:pt x="71388" y="83218"/>
                </a:lnTo>
                <a:lnTo>
                  <a:pt x="75188" y="77365"/>
                </a:lnTo>
                <a:lnTo>
                  <a:pt x="88588" y="62886"/>
                </a:lnTo>
                <a:lnTo>
                  <a:pt x="92710" y="0"/>
                </a:lnTo>
                <a:lnTo>
                  <a:pt x="56034" y="5532"/>
                </a:lnTo>
                <a:lnTo>
                  <a:pt x="26031" y="25344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5807163" y="4117241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>
              <a:alpha val="662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8026232" y="2634373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539455" y="155796"/>
                </a:moveTo>
                <a:lnTo>
                  <a:pt x="514047" y="115282"/>
                </a:lnTo>
                <a:lnTo>
                  <a:pt x="483512" y="80441"/>
                </a:lnTo>
                <a:lnTo>
                  <a:pt x="448648" y="51522"/>
                </a:lnTo>
                <a:lnTo>
                  <a:pt x="410258" y="28770"/>
                </a:lnTo>
                <a:lnTo>
                  <a:pt x="369142" y="12435"/>
                </a:lnTo>
                <a:lnTo>
                  <a:pt x="326099" y="2762"/>
                </a:lnTo>
                <a:lnTo>
                  <a:pt x="281932" y="0"/>
                </a:lnTo>
                <a:lnTo>
                  <a:pt x="237439" y="4395"/>
                </a:lnTo>
                <a:lnTo>
                  <a:pt x="193421" y="16195"/>
                </a:lnTo>
                <a:lnTo>
                  <a:pt x="150680" y="35648"/>
                </a:lnTo>
                <a:lnTo>
                  <a:pt x="111505" y="61937"/>
                </a:lnTo>
                <a:lnTo>
                  <a:pt x="77815" y="93528"/>
                </a:lnTo>
                <a:lnTo>
                  <a:pt x="49847" y="129595"/>
                </a:lnTo>
                <a:lnTo>
                  <a:pt x="27843" y="169308"/>
                </a:lnTo>
                <a:lnTo>
                  <a:pt x="12041" y="211839"/>
                </a:lnTo>
                <a:lnTo>
                  <a:pt x="2680" y="256361"/>
                </a:lnTo>
                <a:lnTo>
                  <a:pt x="0" y="302046"/>
                </a:lnTo>
                <a:lnTo>
                  <a:pt x="4239" y="348066"/>
                </a:lnTo>
                <a:lnTo>
                  <a:pt x="15639" y="393592"/>
                </a:lnTo>
                <a:lnTo>
                  <a:pt x="34437" y="437797"/>
                </a:lnTo>
                <a:lnTo>
                  <a:pt x="59845" y="478312"/>
                </a:lnTo>
                <a:lnTo>
                  <a:pt x="90380" y="513153"/>
                </a:lnTo>
                <a:lnTo>
                  <a:pt x="125243" y="542073"/>
                </a:lnTo>
                <a:lnTo>
                  <a:pt x="142706" y="552422"/>
                </a:lnTo>
                <a:lnTo>
                  <a:pt x="71962" y="416843"/>
                </a:lnTo>
                <a:lnTo>
                  <a:pt x="54572" y="374943"/>
                </a:lnTo>
                <a:lnTo>
                  <a:pt x="44931" y="331751"/>
                </a:lnTo>
                <a:lnTo>
                  <a:pt x="42759" y="288234"/>
                </a:lnTo>
                <a:lnTo>
                  <a:pt x="47777" y="245359"/>
                </a:lnTo>
                <a:lnTo>
                  <a:pt x="59705" y="204093"/>
                </a:lnTo>
                <a:lnTo>
                  <a:pt x="78264" y="165403"/>
                </a:lnTo>
                <a:lnTo>
                  <a:pt x="103174" y="130255"/>
                </a:lnTo>
                <a:lnTo>
                  <a:pt x="134156" y="99618"/>
                </a:lnTo>
                <a:lnTo>
                  <a:pt x="170931" y="74457"/>
                </a:lnTo>
                <a:lnTo>
                  <a:pt x="211443" y="56461"/>
                </a:lnTo>
                <a:lnTo>
                  <a:pt x="253203" y="46480"/>
                </a:lnTo>
                <a:lnTo>
                  <a:pt x="295276" y="44224"/>
                </a:lnTo>
                <a:lnTo>
                  <a:pt x="336726" y="49405"/>
                </a:lnTo>
                <a:lnTo>
                  <a:pt x="376620" y="61734"/>
                </a:lnTo>
                <a:lnTo>
                  <a:pt x="414022" y="80922"/>
                </a:lnTo>
                <a:lnTo>
                  <a:pt x="447998" y="106680"/>
                </a:lnTo>
                <a:lnTo>
                  <a:pt x="477612" y="138719"/>
                </a:lnTo>
                <a:lnTo>
                  <a:pt x="501929" y="176751"/>
                </a:lnTo>
                <a:lnTo>
                  <a:pt x="572673" y="312329"/>
                </a:lnTo>
                <a:lnTo>
                  <a:pt x="573892" y="291548"/>
                </a:lnTo>
                <a:lnTo>
                  <a:pt x="569652" y="245528"/>
                </a:lnTo>
                <a:lnTo>
                  <a:pt x="558253" y="200002"/>
                </a:lnTo>
                <a:lnTo>
                  <a:pt x="539455" y="155796"/>
                </a:lnTo>
                <a:close/>
              </a:path>
              <a:path w="574040" h="593725" extrusionOk="0">
                <a:moveTo>
                  <a:pt x="572673" y="312329"/>
                </a:moveTo>
                <a:lnTo>
                  <a:pt x="501929" y="176751"/>
                </a:lnTo>
                <a:lnTo>
                  <a:pt x="519319" y="218651"/>
                </a:lnTo>
                <a:lnTo>
                  <a:pt x="528960" y="261843"/>
                </a:lnTo>
                <a:lnTo>
                  <a:pt x="531132" y="305360"/>
                </a:lnTo>
                <a:lnTo>
                  <a:pt x="526114" y="348236"/>
                </a:lnTo>
                <a:lnTo>
                  <a:pt x="514186" y="389502"/>
                </a:lnTo>
                <a:lnTo>
                  <a:pt x="495627" y="428192"/>
                </a:lnTo>
                <a:lnTo>
                  <a:pt x="470716" y="463340"/>
                </a:lnTo>
                <a:lnTo>
                  <a:pt x="439735" y="493977"/>
                </a:lnTo>
                <a:lnTo>
                  <a:pt x="402961" y="519138"/>
                </a:lnTo>
                <a:lnTo>
                  <a:pt x="362448" y="537134"/>
                </a:lnTo>
                <a:lnTo>
                  <a:pt x="320688" y="547115"/>
                </a:lnTo>
                <a:lnTo>
                  <a:pt x="278615" y="549371"/>
                </a:lnTo>
                <a:lnTo>
                  <a:pt x="237164" y="544190"/>
                </a:lnTo>
                <a:lnTo>
                  <a:pt x="197271" y="531861"/>
                </a:lnTo>
                <a:lnTo>
                  <a:pt x="159869" y="512673"/>
                </a:lnTo>
                <a:lnTo>
                  <a:pt x="125894" y="486915"/>
                </a:lnTo>
                <a:lnTo>
                  <a:pt x="96280" y="454875"/>
                </a:lnTo>
                <a:lnTo>
                  <a:pt x="71962" y="416843"/>
                </a:lnTo>
                <a:lnTo>
                  <a:pt x="142706" y="552422"/>
                </a:lnTo>
                <a:lnTo>
                  <a:pt x="163633" y="564824"/>
                </a:lnTo>
                <a:lnTo>
                  <a:pt x="204749" y="581160"/>
                </a:lnTo>
                <a:lnTo>
                  <a:pt x="247791" y="590833"/>
                </a:lnTo>
                <a:lnTo>
                  <a:pt x="291959" y="593596"/>
                </a:lnTo>
                <a:lnTo>
                  <a:pt x="336452" y="589200"/>
                </a:lnTo>
                <a:lnTo>
                  <a:pt x="380469" y="577400"/>
                </a:lnTo>
                <a:lnTo>
                  <a:pt x="423211" y="557947"/>
                </a:lnTo>
                <a:lnTo>
                  <a:pt x="462385" y="531658"/>
                </a:lnTo>
                <a:lnTo>
                  <a:pt x="496076" y="500067"/>
                </a:lnTo>
                <a:lnTo>
                  <a:pt x="524043" y="464001"/>
                </a:lnTo>
                <a:lnTo>
                  <a:pt x="546048" y="424288"/>
                </a:lnTo>
                <a:lnTo>
                  <a:pt x="561850" y="381756"/>
                </a:lnTo>
                <a:lnTo>
                  <a:pt x="571212" y="337233"/>
                </a:lnTo>
                <a:lnTo>
                  <a:pt x="572673" y="3123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8709162" y="3920220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7124390" y="4384837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6317821" y="4876394"/>
            <a:ext cx="244142" cy="266389"/>
          </a:xfrm>
          <a:custGeom>
            <a:avLst/>
            <a:gdLst/>
            <a:ahLst/>
            <a:cxnLst/>
            <a:rect l="l" t="t" r="r" b="b"/>
            <a:pathLst>
              <a:path w="536575" h="585470" extrusionOk="0">
                <a:moveTo>
                  <a:pt x="275261" y="41369"/>
                </a:moveTo>
                <a:lnTo>
                  <a:pt x="243948" y="11249"/>
                </a:lnTo>
                <a:lnTo>
                  <a:pt x="205502" y="0"/>
                </a:lnTo>
                <a:lnTo>
                  <a:pt x="166712" y="6485"/>
                </a:lnTo>
                <a:lnTo>
                  <a:pt x="134368" y="29571"/>
                </a:lnTo>
                <a:lnTo>
                  <a:pt x="115259" y="68122"/>
                </a:lnTo>
                <a:lnTo>
                  <a:pt x="184807" y="84686"/>
                </a:lnTo>
                <a:lnTo>
                  <a:pt x="189827" y="75913"/>
                </a:lnTo>
                <a:lnTo>
                  <a:pt x="198300" y="71852"/>
                </a:lnTo>
                <a:lnTo>
                  <a:pt x="207686" y="72927"/>
                </a:lnTo>
                <a:lnTo>
                  <a:pt x="215446" y="79563"/>
                </a:lnTo>
                <a:lnTo>
                  <a:pt x="275261" y="41369"/>
                </a:lnTo>
                <a:close/>
              </a:path>
              <a:path w="536575" h="585470" extrusionOk="0">
                <a:moveTo>
                  <a:pt x="73238" y="585395"/>
                </a:moveTo>
                <a:lnTo>
                  <a:pt x="184807" y="84686"/>
                </a:lnTo>
                <a:lnTo>
                  <a:pt x="115259" y="68122"/>
                </a:lnTo>
                <a:lnTo>
                  <a:pt x="0" y="585395"/>
                </a:lnTo>
                <a:lnTo>
                  <a:pt x="73238" y="585395"/>
                </a:lnTo>
                <a:close/>
              </a:path>
              <a:path w="536575" h="585470" extrusionOk="0">
                <a:moveTo>
                  <a:pt x="523401" y="430212"/>
                </a:moveTo>
                <a:lnTo>
                  <a:pt x="275261" y="41369"/>
                </a:lnTo>
                <a:lnTo>
                  <a:pt x="215446" y="79563"/>
                </a:lnTo>
                <a:lnTo>
                  <a:pt x="463589" y="468408"/>
                </a:lnTo>
                <a:lnTo>
                  <a:pt x="523401" y="430212"/>
                </a:lnTo>
                <a:close/>
              </a:path>
              <a:path w="536575" h="585470" extrusionOk="0">
                <a:moveTo>
                  <a:pt x="463859" y="570403"/>
                </a:moveTo>
                <a:lnTo>
                  <a:pt x="474105" y="524418"/>
                </a:lnTo>
                <a:lnTo>
                  <a:pt x="457358" y="492550"/>
                </a:lnTo>
                <a:lnTo>
                  <a:pt x="279760" y="585395"/>
                </a:lnTo>
                <a:lnTo>
                  <a:pt x="435182" y="585395"/>
                </a:lnTo>
                <a:lnTo>
                  <a:pt x="463859" y="570403"/>
                </a:lnTo>
                <a:close/>
              </a:path>
              <a:path w="536575" h="585470" extrusionOk="0">
                <a:moveTo>
                  <a:pt x="461598" y="500617"/>
                </a:moveTo>
                <a:lnTo>
                  <a:pt x="465762" y="481927"/>
                </a:lnTo>
                <a:lnTo>
                  <a:pt x="462769" y="488037"/>
                </a:lnTo>
                <a:lnTo>
                  <a:pt x="457358" y="492550"/>
                </a:lnTo>
                <a:lnTo>
                  <a:pt x="461598" y="500617"/>
                </a:lnTo>
                <a:close/>
              </a:path>
              <a:path w="536575" h="585470" extrusionOk="0">
                <a:moveTo>
                  <a:pt x="490858" y="556288"/>
                </a:moveTo>
                <a:lnTo>
                  <a:pt x="457358" y="492550"/>
                </a:lnTo>
                <a:lnTo>
                  <a:pt x="474105" y="524418"/>
                </a:lnTo>
                <a:lnTo>
                  <a:pt x="463859" y="570403"/>
                </a:lnTo>
                <a:lnTo>
                  <a:pt x="490858" y="556288"/>
                </a:lnTo>
                <a:close/>
              </a:path>
              <a:path w="536575" h="585470" extrusionOk="0">
                <a:moveTo>
                  <a:pt x="534750" y="500811"/>
                </a:moveTo>
                <a:lnTo>
                  <a:pt x="536570" y="465119"/>
                </a:lnTo>
                <a:lnTo>
                  <a:pt x="523401" y="430212"/>
                </a:lnTo>
                <a:lnTo>
                  <a:pt x="463589" y="468408"/>
                </a:lnTo>
                <a:lnTo>
                  <a:pt x="466111" y="475092"/>
                </a:lnTo>
                <a:lnTo>
                  <a:pt x="465762" y="481927"/>
                </a:lnTo>
                <a:lnTo>
                  <a:pt x="461598" y="500617"/>
                </a:lnTo>
                <a:lnTo>
                  <a:pt x="490858" y="556288"/>
                </a:lnTo>
                <a:lnTo>
                  <a:pt x="519120" y="532722"/>
                </a:lnTo>
                <a:lnTo>
                  <a:pt x="534750" y="500811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7115211" y="2374475"/>
            <a:ext cx="228828" cy="316662"/>
          </a:xfrm>
          <a:custGeom>
            <a:avLst/>
            <a:gdLst/>
            <a:ahLst/>
            <a:cxnLst/>
            <a:rect l="l" t="t" r="r" b="b"/>
            <a:pathLst>
              <a:path w="502919" h="695960" extrusionOk="0">
                <a:moveTo>
                  <a:pt x="264751" y="37665"/>
                </a:moveTo>
                <a:lnTo>
                  <a:pt x="236241" y="10242"/>
                </a:lnTo>
                <a:lnTo>
                  <a:pt x="201237" y="0"/>
                </a:lnTo>
                <a:lnTo>
                  <a:pt x="165921" y="5905"/>
                </a:lnTo>
                <a:lnTo>
                  <a:pt x="136472" y="26923"/>
                </a:lnTo>
                <a:lnTo>
                  <a:pt x="119074" y="62023"/>
                </a:lnTo>
                <a:lnTo>
                  <a:pt x="182395" y="77104"/>
                </a:lnTo>
                <a:lnTo>
                  <a:pt x="186966" y="69117"/>
                </a:lnTo>
                <a:lnTo>
                  <a:pt x="194681" y="65419"/>
                </a:lnTo>
                <a:lnTo>
                  <a:pt x="203226" y="66398"/>
                </a:lnTo>
                <a:lnTo>
                  <a:pt x="210291" y="72440"/>
                </a:lnTo>
                <a:lnTo>
                  <a:pt x="264751" y="37665"/>
                </a:lnTo>
                <a:close/>
              </a:path>
              <a:path w="502919" h="695960" extrusionOk="0">
                <a:moveTo>
                  <a:pt x="63321" y="611499"/>
                </a:moveTo>
                <a:lnTo>
                  <a:pt x="182395" y="77104"/>
                </a:lnTo>
                <a:lnTo>
                  <a:pt x="119074" y="62023"/>
                </a:lnTo>
                <a:lnTo>
                  <a:pt x="0" y="596417"/>
                </a:lnTo>
                <a:lnTo>
                  <a:pt x="63321" y="611499"/>
                </a:lnTo>
                <a:close/>
              </a:path>
              <a:path w="502919" h="695960" extrusionOk="0">
                <a:moveTo>
                  <a:pt x="116044" y="686848"/>
                </a:moveTo>
                <a:lnTo>
                  <a:pt x="85541" y="628816"/>
                </a:lnTo>
                <a:lnTo>
                  <a:pt x="76776" y="630476"/>
                </a:lnTo>
                <a:lnTo>
                  <a:pt x="69009" y="627254"/>
                </a:lnTo>
                <a:lnTo>
                  <a:pt x="63953" y="620483"/>
                </a:lnTo>
                <a:lnTo>
                  <a:pt x="63321" y="611499"/>
                </a:lnTo>
                <a:lnTo>
                  <a:pt x="0" y="596417"/>
                </a:lnTo>
                <a:lnTo>
                  <a:pt x="3304" y="643333"/>
                </a:lnTo>
                <a:lnTo>
                  <a:pt x="29707" y="678688"/>
                </a:lnTo>
                <a:lnTo>
                  <a:pt x="70267" y="695516"/>
                </a:lnTo>
                <a:lnTo>
                  <a:pt x="116044" y="686848"/>
                </a:lnTo>
                <a:close/>
              </a:path>
              <a:path w="502919" h="695960" extrusionOk="0">
                <a:moveTo>
                  <a:pt x="461044" y="506484"/>
                </a:moveTo>
                <a:lnTo>
                  <a:pt x="430542" y="448452"/>
                </a:lnTo>
                <a:lnTo>
                  <a:pt x="85541" y="628816"/>
                </a:lnTo>
                <a:lnTo>
                  <a:pt x="116044" y="686848"/>
                </a:lnTo>
                <a:lnTo>
                  <a:pt x="461044" y="506484"/>
                </a:lnTo>
                <a:close/>
              </a:path>
              <a:path w="502919" h="695960" extrusionOk="0">
                <a:moveTo>
                  <a:pt x="490677" y="391697"/>
                </a:moveTo>
                <a:lnTo>
                  <a:pt x="264751" y="37665"/>
                </a:lnTo>
                <a:lnTo>
                  <a:pt x="237521" y="55053"/>
                </a:lnTo>
                <a:lnTo>
                  <a:pt x="210291" y="72440"/>
                </a:lnTo>
                <a:lnTo>
                  <a:pt x="436218" y="426472"/>
                </a:lnTo>
                <a:lnTo>
                  <a:pt x="490677" y="391697"/>
                </a:lnTo>
                <a:close/>
              </a:path>
              <a:path w="502919" h="695960" extrusionOk="0">
                <a:moveTo>
                  <a:pt x="264751" y="37665"/>
                </a:moveTo>
                <a:lnTo>
                  <a:pt x="237521" y="55053"/>
                </a:lnTo>
                <a:lnTo>
                  <a:pt x="264751" y="37665"/>
                </a:lnTo>
                <a:close/>
              </a:path>
              <a:path w="502919" h="695960" extrusionOk="0">
                <a:moveTo>
                  <a:pt x="434404" y="455800"/>
                </a:moveTo>
                <a:lnTo>
                  <a:pt x="438196" y="438781"/>
                </a:lnTo>
                <a:lnTo>
                  <a:pt x="435470" y="444344"/>
                </a:lnTo>
                <a:lnTo>
                  <a:pt x="430542" y="448452"/>
                </a:lnTo>
                <a:lnTo>
                  <a:pt x="434404" y="455800"/>
                </a:lnTo>
                <a:close/>
              </a:path>
              <a:path w="502919" h="695960" extrusionOk="0">
                <a:moveTo>
                  <a:pt x="501008" y="455974"/>
                </a:moveTo>
                <a:lnTo>
                  <a:pt x="502666" y="423478"/>
                </a:lnTo>
                <a:lnTo>
                  <a:pt x="490677" y="391697"/>
                </a:lnTo>
                <a:lnTo>
                  <a:pt x="436218" y="426472"/>
                </a:lnTo>
                <a:lnTo>
                  <a:pt x="438513" y="432558"/>
                </a:lnTo>
                <a:lnTo>
                  <a:pt x="438196" y="438781"/>
                </a:lnTo>
                <a:lnTo>
                  <a:pt x="434404" y="455800"/>
                </a:lnTo>
                <a:lnTo>
                  <a:pt x="445795" y="477473"/>
                </a:lnTo>
                <a:lnTo>
                  <a:pt x="461044" y="506484"/>
                </a:lnTo>
                <a:lnTo>
                  <a:pt x="486777" y="485028"/>
                </a:lnTo>
                <a:lnTo>
                  <a:pt x="501008" y="455974"/>
                </a:lnTo>
                <a:close/>
              </a:path>
              <a:path w="502919" h="695960" extrusionOk="0">
                <a:moveTo>
                  <a:pt x="490677" y="391697"/>
                </a:moveTo>
                <a:lnTo>
                  <a:pt x="463448" y="409084"/>
                </a:lnTo>
                <a:lnTo>
                  <a:pt x="490677" y="391697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7526984" y="3727010"/>
            <a:ext cx="313484" cy="277368"/>
          </a:xfrm>
          <a:custGeom>
            <a:avLst/>
            <a:gdLst/>
            <a:ahLst/>
            <a:cxnLst/>
            <a:rect l="l" t="t" r="r" b="b"/>
            <a:pathLst>
              <a:path w="688975" h="609600" extrusionOk="0">
                <a:moveTo>
                  <a:pt x="631767" y="455957"/>
                </a:moveTo>
                <a:lnTo>
                  <a:pt x="667059" y="432867"/>
                </a:lnTo>
                <a:lnTo>
                  <a:pt x="686230" y="398220"/>
                </a:lnTo>
                <a:lnTo>
                  <a:pt x="688834" y="358770"/>
                </a:lnTo>
                <a:lnTo>
                  <a:pt x="674425" y="321268"/>
                </a:lnTo>
                <a:lnTo>
                  <a:pt x="642558" y="292466"/>
                </a:lnTo>
                <a:lnTo>
                  <a:pt x="610106" y="356169"/>
                </a:lnTo>
                <a:lnTo>
                  <a:pt x="617208" y="363374"/>
                </a:lnTo>
                <a:lnTo>
                  <a:pt x="619120" y="372677"/>
                </a:lnTo>
                <a:lnTo>
                  <a:pt x="616008" y="381553"/>
                </a:lnTo>
                <a:lnTo>
                  <a:pt x="608040" y="387476"/>
                </a:lnTo>
                <a:lnTo>
                  <a:pt x="631767" y="455957"/>
                </a:lnTo>
                <a:close/>
              </a:path>
              <a:path w="688975" h="609600" extrusionOk="0">
                <a:moveTo>
                  <a:pt x="93215" y="74538"/>
                </a:moveTo>
                <a:lnTo>
                  <a:pt x="610106" y="356169"/>
                </a:lnTo>
                <a:lnTo>
                  <a:pt x="642558" y="292466"/>
                </a:lnTo>
                <a:lnTo>
                  <a:pt x="125668" y="10835"/>
                </a:lnTo>
                <a:lnTo>
                  <a:pt x="93215" y="74538"/>
                </a:lnTo>
                <a:close/>
              </a:path>
              <a:path w="688975" h="609600" extrusionOk="0">
                <a:moveTo>
                  <a:pt x="575" y="81272"/>
                </a:moveTo>
                <a:lnTo>
                  <a:pt x="34574" y="99797"/>
                </a:lnTo>
                <a:lnTo>
                  <a:pt x="69153" y="92896"/>
                </a:lnTo>
                <a:lnTo>
                  <a:pt x="69920" y="83086"/>
                </a:lnTo>
                <a:lnTo>
                  <a:pt x="75389" y="75839"/>
                </a:lnTo>
                <a:lnTo>
                  <a:pt x="83755" y="72530"/>
                </a:lnTo>
                <a:lnTo>
                  <a:pt x="93215" y="74538"/>
                </a:lnTo>
                <a:lnTo>
                  <a:pt x="125668" y="10835"/>
                </a:lnTo>
                <a:lnTo>
                  <a:pt x="85996" y="0"/>
                </a:lnTo>
                <a:lnTo>
                  <a:pt x="48769" y="7850"/>
                </a:lnTo>
                <a:lnTo>
                  <a:pt x="18810" y="30704"/>
                </a:lnTo>
                <a:lnTo>
                  <a:pt x="945" y="64881"/>
                </a:lnTo>
                <a:lnTo>
                  <a:pt x="575" y="81272"/>
                </a:lnTo>
                <a:close/>
              </a:path>
              <a:path w="688975" h="609600" extrusionOk="0">
                <a:moveTo>
                  <a:pt x="88527" y="537661"/>
                </a:moveTo>
                <a:lnTo>
                  <a:pt x="157677" y="523857"/>
                </a:lnTo>
                <a:lnTo>
                  <a:pt x="69153" y="92896"/>
                </a:lnTo>
                <a:lnTo>
                  <a:pt x="0" y="106701"/>
                </a:lnTo>
                <a:lnTo>
                  <a:pt x="88527" y="537661"/>
                </a:lnTo>
                <a:close/>
              </a:path>
              <a:path w="688975" h="609600" extrusionOk="0">
                <a:moveTo>
                  <a:pt x="0" y="106701"/>
                </a:moveTo>
                <a:lnTo>
                  <a:pt x="69153" y="92896"/>
                </a:lnTo>
                <a:lnTo>
                  <a:pt x="34574" y="99797"/>
                </a:lnTo>
                <a:lnTo>
                  <a:pt x="575" y="81272"/>
                </a:lnTo>
                <a:lnTo>
                  <a:pt x="0" y="106701"/>
                </a:lnTo>
                <a:close/>
              </a:path>
              <a:path w="688975" h="609600" extrusionOk="0">
                <a:moveTo>
                  <a:pt x="203402" y="605286"/>
                </a:moveTo>
                <a:lnTo>
                  <a:pt x="631767" y="455957"/>
                </a:lnTo>
                <a:lnTo>
                  <a:pt x="608040" y="387476"/>
                </a:lnTo>
                <a:lnTo>
                  <a:pt x="179673" y="536808"/>
                </a:lnTo>
                <a:lnTo>
                  <a:pt x="203402" y="605286"/>
                </a:lnTo>
                <a:close/>
              </a:path>
              <a:path w="688975" h="609600" extrusionOk="0">
                <a:moveTo>
                  <a:pt x="631767" y="455957"/>
                </a:moveTo>
                <a:lnTo>
                  <a:pt x="619903" y="421716"/>
                </a:lnTo>
                <a:lnTo>
                  <a:pt x="631767" y="455957"/>
                </a:lnTo>
                <a:close/>
              </a:path>
              <a:path w="688975" h="609600" extrusionOk="0">
                <a:moveTo>
                  <a:pt x="148179" y="525753"/>
                </a:moveTo>
                <a:lnTo>
                  <a:pt x="165879" y="535397"/>
                </a:lnTo>
                <a:lnTo>
                  <a:pt x="160653" y="530643"/>
                </a:lnTo>
                <a:lnTo>
                  <a:pt x="157677" y="523857"/>
                </a:lnTo>
                <a:lnTo>
                  <a:pt x="148179" y="525753"/>
                </a:lnTo>
                <a:close/>
              </a:path>
              <a:path w="688975" h="609600" extrusionOk="0">
                <a:moveTo>
                  <a:pt x="131361" y="597929"/>
                </a:moveTo>
                <a:lnTo>
                  <a:pt x="165953" y="609528"/>
                </a:lnTo>
                <a:lnTo>
                  <a:pt x="203402" y="605286"/>
                </a:lnTo>
                <a:lnTo>
                  <a:pt x="179673" y="536808"/>
                </a:lnTo>
                <a:lnTo>
                  <a:pt x="172503" y="537619"/>
                </a:lnTo>
                <a:lnTo>
                  <a:pt x="165879" y="535397"/>
                </a:lnTo>
                <a:lnTo>
                  <a:pt x="148179" y="525753"/>
                </a:lnTo>
                <a:lnTo>
                  <a:pt x="88527" y="537661"/>
                </a:lnTo>
                <a:lnTo>
                  <a:pt x="104071" y="573101"/>
                </a:lnTo>
                <a:lnTo>
                  <a:pt x="131361" y="597929"/>
                </a:lnTo>
                <a:close/>
              </a:path>
              <a:path w="688975" h="609600" extrusionOk="0">
                <a:moveTo>
                  <a:pt x="203402" y="605286"/>
                </a:moveTo>
                <a:lnTo>
                  <a:pt x="191539" y="571044"/>
                </a:lnTo>
                <a:lnTo>
                  <a:pt x="203402" y="605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8234162" y="3531715"/>
            <a:ext cx="264655" cy="332842"/>
          </a:xfrm>
          <a:custGeom>
            <a:avLst/>
            <a:gdLst/>
            <a:ahLst/>
            <a:cxnLst/>
            <a:rect l="l" t="t" r="r" b="b"/>
            <a:pathLst>
              <a:path w="581659" h="731520" extrusionOk="0">
                <a:moveTo>
                  <a:pt x="188845" y="678458"/>
                </a:moveTo>
                <a:lnTo>
                  <a:pt x="214740" y="713481"/>
                </a:lnTo>
                <a:lnTo>
                  <a:pt x="250674" y="731103"/>
                </a:lnTo>
                <a:lnTo>
                  <a:pt x="289818" y="731293"/>
                </a:lnTo>
                <a:lnTo>
                  <a:pt x="325340" y="714015"/>
                </a:lnTo>
                <a:lnTo>
                  <a:pt x="350408" y="679239"/>
                </a:lnTo>
                <a:lnTo>
                  <a:pt x="284765" y="650917"/>
                </a:lnTo>
                <a:lnTo>
                  <a:pt x="278401" y="658717"/>
                </a:lnTo>
                <a:lnTo>
                  <a:pt x="269420" y="661284"/>
                </a:lnTo>
                <a:lnTo>
                  <a:pt x="260377" y="658630"/>
                </a:lnTo>
                <a:lnTo>
                  <a:pt x="253827" y="650767"/>
                </a:lnTo>
                <a:lnTo>
                  <a:pt x="188845" y="678458"/>
                </a:lnTo>
                <a:close/>
              </a:path>
              <a:path w="581659" h="731520" extrusionOk="0">
                <a:moveTo>
                  <a:pt x="509153" y="94753"/>
                </a:moveTo>
                <a:lnTo>
                  <a:pt x="284765" y="650917"/>
                </a:lnTo>
                <a:lnTo>
                  <a:pt x="350408" y="679239"/>
                </a:lnTo>
                <a:lnTo>
                  <a:pt x="574797" y="123075"/>
                </a:lnTo>
                <a:lnTo>
                  <a:pt x="509153" y="94753"/>
                </a:lnTo>
                <a:close/>
              </a:path>
              <a:path w="581659" h="731520" extrusionOk="0">
                <a:moveTo>
                  <a:pt x="466094" y="2919"/>
                </a:moveTo>
                <a:lnTo>
                  <a:pt x="488337" y="71747"/>
                </a:lnTo>
                <a:lnTo>
                  <a:pt x="498088" y="71626"/>
                </a:lnTo>
                <a:lnTo>
                  <a:pt x="505873" y="76597"/>
                </a:lnTo>
                <a:lnTo>
                  <a:pt x="510094" y="84895"/>
                </a:lnTo>
                <a:lnTo>
                  <a:pt x="509153" y="94753"/>
                </a:lnTo>
                <a:lnTo>
                  <a:pt x="574797" y="123075"/>
                </a:lnTo>
                <a:lnTo>
                  <a:pt x="581149" y="81538"/>
                </a:lnTo>
                <a:lnTo>
                  <a:pt x="569182" y="44032"/>
                </a:lnTo>
                <a:lnTo>
                  <a:pt x="543169" y="15278"/>
                </a:lnTo>
                <a:lnTo>
                  <a:pt x="507382" y="0"/>
                </a:lnTo>
                <a:lnTo>
                  <a:pt x="466094" y="2919"/>
                </a:lnTo>
                <a:close/>
              </a:path>
              <a:path w="581659" h="731520" extrusionOk="0">
                <a:moveTo>
                  <a:pt x="60184" y="132412"/>
                </a:moveTo>
                <a:lnTo>
                  <a:pt x="82428" y="201238"/>
                </a:lnTo>
                <a:lnTo>
                  <a:pt x="488337" y="71747"/>
                </a:lnTo>
                <a:lnTo>
                  <a:pt x="466094" y="2919"/>
                </a:lnTo>
                <a:lnTo>
                  <a:pt x="60184" y="132412"/>
                </a:lnTo>
                <a:close/>
              </a:path>
              <a:path w="581659" h="731520" extrusionOk="0">
                <a:moveTo>
                  <a:pt x="7324" y="251789"/>
                </a:moveTo>
                <a:lnTo>
                  <a:pt x="188845" y="678458"/>
                </a:lnTo>
                <a:lnTo>
                  <a:pt x="253827" y="650767"/>
                </a:lnTo>
                <a:lnTo>
                  <a:pt x="72304" y="224096"/>
                </a:lnTo>
                <a:lnTo>
                  <a:pt x="7324" y="251789"/>
                </a:lnTo>
                <a:close/>
              </a:path>
              <a:path w="581659" h="731520" extrusionOk="0">
                <a:moveTo>
                  <a:pt x="79583" y="192434"/>
                </a:moveTo>
                <a:lnTo>
                  <a:pt x="72370" y="210311"/>
                </a:lnTo>
                <a:lnTo>
                  <a:pt x="76335" y="204768"/>
                </a:lnTo>
                <a:lnTo>
                  <a:pt x="82428" y="201238"/>
                </a:lnTo>
                <a:lnTo>
                  <a:pt x="79583" y="192434"/>
                </a:lnTo>
                <a:close/>
              </a:path>
              <a:path w="581659" h="731520" extrusionOk="0">
                <a:moveTo>
                  <a:pt x="7655" y="179792"/>
                </a:moveTo>
                <a:lnTo>
                  <a:pt x="0" y="214894"/>
                </a:lnTo>
                <a:lnTo>
                  <a:pt x="7324" y="251789"/>
                </a:lnTo>
                <a:lnTo>
                  <a:pt x="72304" y="224096"/>
                </a:lnTo>
                <a:lnTo>
                  <a:pt x="70903" y="217032"/>
                </a:lnTo>
                <a:lnTo>
                  <a:pt x="72370" y="210311"/>
                </a:lnTo>
                <a:lnTo>
                  <a:pt x="79583" y="192434"/>
                </a:lnTo>
                <a:lnTo>
                  <a:pt x="60184" y="132412"/>
                </a:lnTo>
                <a:lnTo>
                  <a:pt x="28360" y="150845"/>
                </a:lnTo>
                <a:lnTo>
                  <a:pt x="7655" y="1797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/>
          <p:nvPr/>
        </p:nvSpPr>
        <p:spPr>
          <a:xfrm>
            <a:off x="6855041" y="3277559"/>
            <a:ext cx="266388" cy="329086"/>
          </a:xfrm>
          <a:custGeom>
            <a:avLst/>
            <a:gdLst/>
            <a:ahLst/>
            <a:cxnLst/>
            <a:rect l="l" t="t" r="r" b="b"/>
            <a:pathLst>
              <a:path w="585469" h="723265" extrusionOk="0">
                <a:moveTo>
                  <a:pt x="172547" y="666378"/>
                </a:moveTo>
                <a:lnTo>
                  <a:pt x="197178" y="702315"/>
                </a:lnTo>
                <a:lnTo>
                  <a:pt x="232437" y="721227"/>
                </a:lnTo>
                <a:lnTo>
                  <a:pt x="271510" y="722834"/>
                </a:lnTo>
                <a:lnTo>
                  <a:pt x="307583" y="706857"/>
                </a:lnTo>
                <a:lnTo>
                  <a:pt x="333843" y="673014"/>
                </a:lnTo>
                <a:lnTo>
                  <a:pt x="269292" y="642284"/>
                </a:lnTo>
                <a:lnTo>
                  <a:pt x="262661" y="649847"/>
                </a:lnTo>
                <a:lnTo>
                  <a:pt x="253605" y="652087"/>
                </a:lnTo>
                <a:lnTo>
                  <a:pt x="244670" y="649107"/>
                </a:lnTo>
                <a:lnTo>
                  <a:pt x="238405" y="641013"/>
                </a:lnTo>
                <a:lnTo>
                  <a:pt x="172547" y="666378"/>
                </a:lnTo>
                <a:close/>
              </a:path>
              <a:path w="585469" h="723265" extrusionOk="0">
                <a:moveTo>
                  <a:pt x="513002" y="94797"/>
                </a:moveTo>
                <a:lnTo>
                  <a:pt x="269292" y="642284"/>
                </a:lnTo>
                <a:lnTo>
                  <a:pt x="333843" y="673014"/>
                </a:lnTo>
                <a:lnTo>
                  <a:pt x="577554" y="125528"/>
                </a:lnTo>
                <a:lnTo>
                  <a:pt x="513002" y="94797"/>
                </a:lnTo>
                <a:close/>
              </a:path>
              <a:path w="585469" h="723265" extrusionOk="0">
                <a:moveTo>
                  <a:pt x="473339" y="1371"/>
                </a:moveTo>
                <a:lnTo>
                  <a:pt x="493046" y="71023"/>
                </a:lnTo>
                <a:lnTo>
                  <a:pt x="502784" y="71269"/>
                </a:lnTo>
                <a:lnTo>
                  <a:pt x="510376" y="76530"/>
                </a:lnTo>
                <a:lnTo>
                  <a:pt x="514292" y="84981"/>
                </a:lnTo>
                <a:lnTo>
                  <a:pt x="513002" y="94797"/>
                </a:lnTo>
                <a:lnTo>
                  <a:pt x="577554" y="125528"/>
                </a:lnTo>
                <a:lnTo>
                  <a:pt x="585376" y="84244"/>
                </a:lnTo>
                <a:lnTo>
                  <a:pt x="574774" y="46312"/>
                </a:lnTo>
                <a:lnTo>
                  <a:pt x="549838" y="16605"/>
                </a:lnTo>
                <a:lnTo>
                  <a:pt x="514663" y="0"/>
                </a:lnTo>
                <a:lnTo>
                  <a:pt x="473339" y="1371"/>
                </a:lnTo>
                <a:close/>
              </a:path>
              <a:path w="585469" h="723265" extrusionOk="0">
                <a:moveTo>
                  <a:pt x="63123" y="115617"/>
                </a:moveTo>
                <a:lnTo>
                  <a:pt x="82825" y="185269"/>
                </a:lnTo>
                <a:lnTo>
                  <a:pt x="493046" y="71023"/>
                </a:lnTo>
                <a:lnTo>
                  <a:pt x="473339" y="1371"/>
                </a:lnTo>
                <a:lnTo>
                  <a:pt x="63123" y="115617"/>
                </a:lnTo>
                <a:close/>
              </a:path>
              <a:path w="585469" h="723265" extrusionOk="0">
                <a:moveTo>
                  <a:pt x="6035" y="233139"/>
                </a:moveTo>
                <a:lnTo>
                  <a:pt x="172547" y="666378"/>
                </a:lnTo>
                <a:lnTo>
                  <a:pt x="205473" y="653694"/>
                </a:lnTo>
                <a:lnTo>
                  <a:pt x="238405" y="641013"/>
                </a:lnTo>
                <a:lnTo>
                  <a:pt x="71892" y="207773"/>
                </a:lnTo>
                <a:lnTo>
                  <a:pt x="6035" y="233139"/>
                </a:lnTo>
                <a:close/>
              </a:path>
              <a:path w="585469" h="723265" extrusionOk="0">
                <a:moveTo>
                  <a:pt x="172547" y="666378"/>
                </a:moveTo>
                <a:lnTo>
                  <a:pt x="205471" y="653697"/>
                </a:lnTo>
                <a:lnTo>
                  <a:pt x="172547" y="666378"/>
                </a:lnTo>
                <a:close/>
              </a:path>
              <a:path w="585469" h="723265" extrusionOk="0">
                <a:moveTo>
                  <a:pt x="80296" y="176330"/>
                </a:moveTo>
                <a:lnTo>
                  <a:pt x="72441" y="193976"/>
                </a:lnTo>
                <a:lnTo>
                  <a:pt x="76603" y="188574"/>
                </a:lnTo>
                <a:lnTo>
                  <a:pt x="82825" y="185269"/>
                </a:lnTo>
                <a:lnTo>
                  <a:pt x="80296" y="176330"/>
                </a:lnTo>
                <a:close/>
              </a:path>
              <a:path w="585469" h="723265" extrusionOk="0">
                <a:moveTo>
                  <a:pt x="8896" y="161084"/>
                </a:moveTo>
                <a:lnTo>
                  <a:pt x="0" y="195940"/>
                </a:lnTo>
                <a:lnTo>
                  <a:pt x="6035" y="233139"/>
                </a:lnTo>
                <a:lnTo>
                  <a:pt x="71892" y="207773"/>
                </a:lnTo>
                <a:lnTo>
                  <a:pt x="70737" y="200650"/>
                </a:lnTo>
                <a:lnTo>
                  <a:pt x="72441" y="193976"/>
                </a:lnTo>
                <a:lnTo>
                  <a:pt x="80296" y="176330"/>
                </a:lnTo>
                <a:lnTo>
                  <a:pt x="63123" y="115617"/>
                </a:lnTo>
                <a:lnTo>
                  <a:pt x="30634" y="132876"/>
                </a:lnTo>
                <a:lnTo>
                  <a:pt x="8896" y="161084"/>
                </a:lnTo>
                <a:close/>
              </a:path>
              <a:path w="585469" h="723265" extrusionOk="0">
                <a:moveTo>
                  <a:pt x="6035" y="233139"/>
                </a:moveTo>
                <a:lnTo>
                  <a:pt x="38966" y="220457"/>
                </a:lnTo>
                <a:lnTo>
                  <a:pt x="6035" y="233139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862152" y="3130275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39" h="813434" extrusionOk="0">
                <a:moveTo>
                  <a:pt x="377130" y="0"/>
                </a:moveTo>
                <a:lnTo>
                  <a:pt x="424265" y="3317"/>
                </a:lnTo>
                <a:lnTo>
                  <a:pt x="469633" y="12711"/>
                </a:lnTo>
                <a:lnTo>
                  <a:pt x="512883" y="27798"/>
                </a:lnTo>
                <a:lnTo>
                  <a:pt x="553664" y="48198"/>
                </a:lnTo>
                <a:lnTo>
                  <a:pt x="591626" y="73528"/>
                </a:lnTo>
                <a:lnTo>
                  <a:pt x="626416" y="103405"/>
                </a:lnTo>
                <a:lnTo>
                  <a:pt x="657685" y="137448"/>
                </a:lnTo>
                <a:lnTo>
                  <a:pt x="685081" y="175274"/>
                </a:lnTo>
                <a:lnTo>
                  <a:pt x="708253" y="216501"/>
                </a:lnTo>
                <a:lnTo>
                  <a:pt x="726850" y="260748"/>
                </a:lnTo>
                <a:lnTo>
                  <a:pt x="740522" y="307632"/>
                </a:lnTo>
                <a:lnTo>
                  <a:pt x="748916" y="356771"/>
                </a:lnTo>
                <a:lnTo>
                  <a:pt x="751682" y="407783"/>
                </a:lnTo>
                <a:lnTo>
                  <a:pt x="748592" y="458775"/>
                </a:lnTo>
                <a:lnTo>
                  <a:pt x="739886" y="507859"/>
                </a:lnTo>
                <a:lnTo>
                  <a:pt x="725918" y="554655"/>
                </a:lnTo>
                <a:lnTo>
                  <a:pt x="707040" y="598783"/>
                </a:lnTo>
                <a:lnTo>
                  <a:pt x="683607" y="639863"/>
                </a:lnTo>
                <a:lnTo>
                  <a:pt x="655972" y="677515"/>
                </a:lnTo>
                <a:lnTo>
                  <a:pt x="624487" y="711359"/>
                </a:lnTo>
                <a:lnTo>
                  <a:pt x="589508" y="741015"/>
                </a:lnTo>
                <a:lnTo>
                  <a:pt x="551386" y="766103"/>
                </a:lnTo>
                <a:lnTo>
                  <a:pt x="510476" y="786244"/>
                </a:lnTo>
                <a:lnTo>
                  <a:pt x="467131" y="801057"/>
                </a:lnTo>
                <a:lnTo>
                  <a:pt x="421705" y="810163"/>
                </a:lnTo>
                <a:lnTo>
                  <a:pt x="374550" y="813181"/>
                </a:lnTo>
                <a:lnTo>
                  <a:pt x="327415" y="809863"/>
                </a:lnTo>
                <a:lnTo>
                  <a:pt x="282047" y="800470"/>
                </a:lnTo>
                <a:lnTo>
                  <a:pt x="238797" y="785382"/>
                </a:lnTo>
                <a:lnTo>
                  <a:pt x="198016" y="764982"/>
                </a:lnTo>
                <a:lnTo>
                  <a:pt x="178764" y="752136"/>
                </a:lnTo>
                <a:lnTo>
                  <a:pt x="374741" y="752757"/>
                </a:lnTo>
                <a:lnTo>
                  <a:pt x="422039" y="749154"/>
                </a:lnTo>
                <a:lnTo>
                  <a:pt x="467205" y="738394"/>
                </a:lnTo>
                <a:lnTo>
                  <a:pt x="509743" y="721012"/>
                </a:lnTo>
                <a:lnTo>
                  <a:pt x="549155" y="697540"/>
                </a:lnTo>
                <a:lnTo>
                  <a:pt x="584947" y="668514"/>
                </a:lnTo>
                <a:lnTo>
                  <a:pt x="616620" y="634467"/>
                </a:lnTo>
                <a:lnTo>
                  <a:pt x="643678" y="595933"/>
                </a:lnTo>
                <a:lnTo>
                  <a:pt x="665625" y="553446"/>
                </a:lnTo>
                <a:lnTo>
                  <a:pt x="681963" y="507540"/>
                </a:lnTo>
                <a:lnTo>
                  <a:pt x="692197" y="458748"/>
                </a:lnTo>
                <a:lnTo>
                  <a:pt x="695828" y="407605"/>
                </a:lnTo>
                <a:lnTo>
                  <a:pt x="692521" y="356441"/>
                </a:lnTo>
                <a:lnTo>
                  <a:pt x="682598" y="307586"/>
                </a:lnTo>
                <a:lnTo>
                  <a:pt x="666551" y="261577"/>
                </a:lnTo>
                <a:lnTo>
                  <a:pt x="644874" y="218952"/>
                </a:lnTo>
                <a:lnTo>
                  <a:pt x="618061" y="180247"/>
                </a:lnTo>
                <a:lnTo>
                  <a:pt x="586605" y="146000"/>
                </a:lnTo>
                <a:lnTo>
                  <a:pt x="550998" y="116747"/>
                </a:lnTo>
                <a:lnTo>
                  <a:pt x="511735" y="93026"/>
                </a:lnTo>
                <a:lnTo>
                  <a:pt x="469309" y="75374"/>
                </a:lnTo>
                <a:lnTo>
                  <a:pt x="424212" y="64328"/>
                </a:lnTo>
                <a:lnTo>
                  <a:pt x="376938" y="60424"/>
                </a:lnTo>
                <a:lnTo>
                  <a:pt x="180957" y="59802"/>
                </a:lnTo>
                <a:lnTo>
                  <a:pt x="200294" y="47077"/>
                </a:lnTo>
                <a:lnTo>
                  <a:pt x="241204" y="26936"/>
                </a:lnTo>
                <a:lnTo>
                  <a:pt x="284548" y="12123"/>
                </a:lnTo>
                <a:lnTo>
                  <a:pt x="329975" y="3018"/>
                </a:lnTo>
                <a:lnTo>
                  <a:pt x="377130" y="0"/>
                </a:lnTo>
                <a:close/>
              </a:path>
              <a:path w="751839" h="813434" extrusionOk="0">
                <a:moveTo>
                  <a:pt x="180957" y="59802"/>
                </a:moveTo>
                <a:lnTo>
                  <a:pt x="376938" y="60424"/>
                </a:lnTo>
                <a:lnTo>
                  <a:pt x="329641" y="64028"/>
                </a:lnTo>
                <a:lnTo>
                  <a:pt x="284475" y="74787"/>
                </a:lnTo>
                <a:lnTo>
                  <a:pt x="241938" y="92170"/>
                </a:lnTo>
                <a:lnTo>
                  <a:pt x="202525" y="115641"/>
                </a:lnTo>
                <a:lnTo>
                  <a:pt x="166734" y="144667"/>
                </a:lnTo>
                <a:lnTo>
                  <a:pt x="135061" y="178714"/>
                </a:lnTo>
                <a:lnTo>
                  <a:pt x="108003" y="217248"/>
                </a:lnTo>
                <a:lnTo>
                  <a:pt x="86057" y="259735"/>
                </a:lnTo>
                <a:lnTo>
                  <a:pt x="69719" y="305641"/>
                </a:lnTo>
                <a:lnTo>
                  <a:pt x="59486" y="354432"/>
                </a:lnTo>
                <a:lnTo>
                  <a:pt x="55854" y="405575"/>
                </a:lnTo>
                <a:lnTo>
                  <a:pt x="59161" y="456740"/>
                </a:lnTo>
                <a:lnTo>
                  <a:pt x="69084" y="505595"/>
                </a:lnTo>
                <a:lnTo>
                  <a:pt x="85131" y="551604"/>
                </a:lnTo>
                <a:lnTo>
                  <a:pt x="106807" y="594230"/>
                </a:lnTo>
                <a:lnTo>
                  <a:pt x="133620" y="632935"/>
                </a:lnTo>
                <a:lnTo>
                  <a:pt x="165076" y="667182"/>
                </a:lnTo>
                <a:lnTo>
                  <a:pt x="200682" y="696435"/>
                </a:lnTo>
                <a:lnTo>
                  <a:pt x="239945" y="720156"/>
                </a:lnTo>
                <a:lnTo>
                  <a:pt x="282371" y="737808"/>
                </a:lnTo>
                <a:lnTo>
                  <a:pt x="327468" y="748854"/>
                </a:lnTo>
                <a:lnTo>
                  <a:pt x="374741" y="752757"/>
                </a:lnTo>
                <a:lnTo>
                  <a:pt x="178764" y="752136"/>
                </a:lnTo>
                <a:lnTo>
                  <a:pt x="125264" y="709775"/>
                </a:lnTo>
                <a:lnTo>
                  <a:pt x="93996" y="675732"/>
                </a:lnTo>
                <a:lnTo>
                  <a:pt x="66600" y="637905"/>
                </a:lnTo>
                <a:lnTo>
                  <a:pt x="43428" y="596678"/>
                </a:lnTo>
                <a:lnTo>
                  <a:pt x="24831" y="552431"/>
                </a:lnTo>
                <a:lnTo>
                  <a:pt x="11160" y="505547"/>
                </a:lnTo>
                <a:lnTo>
                  <a:pt x="2766" y="456409"/>
                </a:lnTo>
                <a:lnTo>
                  <a:pt x="0" y="405397"/>
                </a:lnTo>
                <a:lnTo>
                  <a:pt x="3090" y="354404"/>
                </a:lnTo>
                <a:lnTo>
                  <a:pt x="11796" y="305320"/>
                </a:lnTo>
                <a:lnTo>
                  <a:pt x="25764" y="258524"/>
                </a:lnTo>
                <a:lnTo>
                  <a:pt x="44641" y="214396"/>
                </a:lnTo>
                <a:lnTo>
                  <a:pt x="68074" y="173316"/>
                </a:lnTo>
                <a:lnTo>
                  <a:pt x="95709" y="135664"/>
                </a:lnTo>
                <a:lnTo>
                  <a:pt x="127193" y="101821"/>
                </a:lnTo>
                <a:lnTo>
                  <a:pt x="162173" y="72165"/>
                </a:lnTo>
                <a:lnTo>
                  <a:pt x="180957" y="59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1321567" y="747884"/>
            <a:ext cx="249920" cy="270145"/>
          </a:xfrm>
          <a:custGeom>
            <a:avLst/>
            <a:gdLst/>
            <a:ahLst/>
            <a:cxnLst/>
            <a:rect l="l" t="t" r="r" b="b"/>
            <a:pathLst>
              <a:path w="549275" h="593725" extrusionOk="0">
                <a:moveTo>
                  <a:pt x="275279" y="0"/>
                </a:moveTo>
                <a:lnTo>
                  <a:pt x="319765" y="4025"/>
                </a:lnTo>
                <a:lnTo>
                  <a:pt x="361943" y="15405"/>
                </a:lnTo>
                <a:lnTo>
                  <a:pt x="401248" y="33526"/>
                </a:lnTo>
                <a:lnTo>
                  <a:pt x="437117" y="57775"/>
                </a:lnTo>
                <a:lnTo>
                  <a:pt x="468989" y="87540"/>
                </a:lnTo>
                <a:lnTo>
                  <a:pt x="496300" y="122208"/>
                </a:lnTo>
                <a:lnTo>
                  <a:pt x="518487" y="161166"/>
                </a:lnTo>
                <a:lnTo>
                  <a:pt x="534987" y="203801"/>
                </a:lnTo>
                <a:lnTo>
                  <a:pt x="545237" y="249501"/>
                </a:lnTo>
                <a:lnTo>
                  <a:pt x="548675" y="297652"/>
                </a:lnTo>
                <a:lnTo>
                  <a:pt x="544931" y="345780"/>
                </a:lnTo>
                <a:lnTo>
                  <a:pt x="534391" y="391414"/>
                </a:lnTo>
                <a:lnTo>
                  <a:pt x="517621" y="433943"/>
                </a:lnTo>
                <a:lnTo>
                  <a:pt x="495187" y="472760"/>
                </a:lnTo>
                <a:lnTo>
                  <a:pt x="467657" y="507253"/>
                </a:lnTo>
                <a:lnTo>
                  <a:pt x="435597" y="536816"/>
                </a:lnTo>
                <a:lnTo>
                  <a:pt x="399575" y="560837"/>
                </a:lnTo>
                <a:lnTo>
                  <a:pt x="360155" y="578708"/>
                </a:lnTo>
                <a:lnTo>
                  <a:pt x="317907" y="589820"/>
                </a:lnTo>
                <a:lnTo>
                  <a:pt x="273395" y="593563"/>
                </a:lnTo>
                <a:lnTo>
                  <a:pt x="228909" y="589538"/>
                </a:lnTo>
                <a:lnTo>
                  <a:pt x="186731" y="578158"/>
                </a:lnTo>
                <a:lnTo>
                  <a:pt x="147426" y="560037"/>
                </a:lnTo>
                <a:lnTo>
                  <a:pt x="131110" y="549007"/>
                </a:lnTo>
                <a:lnTo>
                  <a:pt x="273535" y="549458"/>
                </a:lnTo>
                <a:lnTo>
                  <a:pt x="320624" y="544474"/>
                </a:lnTo>
                <a:lnTo>
                  <a:pt x="364513" y="529890"/>
                </a:lnTo>
                <a:lnTo>
                  <a:pt x="404262" y="506720"/>
                </a:lnTo>
                <a:lnTo>
                  <a:pt x="438928" y="475975"/>
                </a:lnTo>
                <a:lnTo>
                  <a:pt x="467567" y="438670"/>
                </a:lnTo>
                <a:lnTo>
                  <a:pt x="489238" y="395818"/>
                </a:lnTo>
                <a:lnTo>
                  <a:pt x="502999" y="348431"/>
                </a:lnTo>
                <a:lnTo>
                  <a:pt x="507905" y="297522"/>
                </a:lnTo>
                <a:lnTo>
                  <a:pt x="503322" y="246584"/>
                </a:lnTo>
                <a:lnTo>
                  <a:pt x="489863" y="199111"/>
                </a:lnTo>
                <a:lnTo>
                  <a:pt x="468464" y="156122"/>
                </a:lnTo>
                <a:lnTo>
                  <a:pt x="440062" y="118636"/>
                </a:lnTo>
                <a:lnTo>
                  <a:pt x="405592" y="87672"/>
                </a:lnTo>
                <a:lnTo>
                  <a:pt x="365991" y="64249"/>
                </a:lnTo>
                <a:lnTo>
                  <a:pt x="322195" y="49387"/>
                </a:lnTo>
                <a:lnTo>
                  <a:pt x="275139" y="44104"/>
                </a:lnTo>
                <a:lnTo>
                  <a:pt x="132714" y="43652"/>
                </a:lnTo>
                <a:lnTo>
                  <a:pt x="149100" y="32726"/>
                </a:lnTo>
                <a:lnTo>
                  <a:pt x="188519" y="14855"/>
                </a:lnTo>
                <a:lnTo>
                  <a:pt x="230767" y="3743"/>
                </a:lnTo>
                <a:lnTo>
                  <a:pt x="275279" y="0"/>
                </a:lnTo>
                <a:close/>
              </a:path>
              <a:path w="549275" h="593725" extrusionOk="0">
                <a:moveTo>
                  <a:pt x="132714" y="43652"/>
                </a:moveTo>
                <a:lnTo>
                  <a:pt x="275139" y="44104"/>
                </a:lnTo>
                <a:lnTo>
                  <a:pt x="228050" y="49088"/>
                </a:lnTo>
                <a:lnTo>
                  <a:pt x="184161" y="63672"/>
                </a:lnTo>
                <a:lnTo>
                  <a:pt x="144412" y="86843"/>
                </a:lnTo>
                <a:lnTo>
                  <a:pt x="109747" y="117588"/>
                </a:lnTo>
                <a:lnTo>
                  <a:pt x="81107" y="154893"/>
                </a:lnTo>
                <a:lnTo>
                  <a:pt x="59436" y="197745"/>
                </a:lnTo>
                <a:lnTo>
                  <a:pt x="45676" y="245132"/>
                </a:lnTo>
                <a:lnTo>
                  <a:pt x="40769" y="296040"/>
                </a:lnTo>
                <a:lnTo>
                  <a:pt x="45353" y="346979"/>
                </a:lnTo>
                <a:lnTo>
                  <a:pt x="58812" y="394452"/>
                </a:lnTo>
                <a:lnTo>
                  <a:pt x="80211" y="437441"/>
                </a:lnTo>
                <a:lnTo>
                  <a:pt x="108613" y="474927"/>
                </a:lnTo>
                <a:lnTo>
                  <a:pt x="143082" y="505891"/>
                </a:lnTo>
                <a:lnTo>
                  <a:pt x="182683" y="529313"/>
                </a:lnTo>
                <a:lnTo>
                  <a:pt x="226479" y="544176"/>
                </a:lnTo>
                <a:lnTo>
                  <a:pt x="273535" y="549458"/>
                </a:lnTo>
                <a:lnTo>
                  <a:pt x="131110" y="549007"/>
                </a:lnTo>
                <a:lnTo>
                  <a:pt x="79685" y="506022"/>
                </a:lnTo>
                <a:lnTo>
                  <a:pt x="52375" y="471354"/>
                </a:lnTo>
                <a:lnTo>
                  <a:pt x="30188" y="432397"/>
                </a:lnTo>
                <a:lnTo>
                  <a:pt x="13688" y="389761"/>
                </a:lnTo>
                <a:lnTo>
                  <a:pt x="3437" y="344062"/>
                </a:lnTo>
                <a:lnTo>
                  <a:pt x="0" y="295911"/>
                </a:lnTo>
                <a:lnTo>
                  <a:pt x="3743" y="247783"/>
                </a:lnTo>
                <a:lnTo>
                  <a:pt x="14283" y="202149"/>
                </a:lnTo>
                <a:lnTo>
                  <a:pt x="31053" y="159620"/>
                </a:lnTo>
                <a:lnTo>
                  <a:pt x="53487" y="120803"/>
                </a:lnTo>
                <a:lnTo>
                  <a:pt x="81017" y="86309"/>
                </a:lnTo>
                <a:lnTo>
                  <a:pt x="113077" y="56747"/>
                </a:lnTo>
                <a:lnTo>
                  <a:pt x="132714" y="43652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749267" y="219637"/>
            <a:ext cx="249920" cy="270145"/>
          </a:xfrm>
          <a:custGeom>
            <a:avLst/>
            <a:gdLst/>
            <a:ahLst/>
            <a:cxnLst/>
            <a:rect l="l" t="t" r="r" b="b"/>
            <a:pathLst>
              <a:path w="549275" h="593725" extrusionOk="0">
                <a:moveTo>
                  <a:pt x="275279" y="0"/>
                </a:moveTo>
                <a:lnTo>
                  <a:pt x="319765" y="4025"/>
                </a:lnTo>
                <a:lnTo>
                  <a:pt x="361943" y="15405"/>
                </a:lnTo>
                <a:lnTo>
                  <a:pt x="401248" y="33526"/>
                </a:lnTo>
                <a:lnTo>
                  <a:pt x="437117" y="57775"/>
                </a:lnTo>
                <a:lnTo>
                  <a:pt x="468989" y="87540"/>
                </a:lnTo>
                <a:lnTo>
                  <a:pt x="496300" y="122208"/>
                </a:lnTo>
                <a:lnTo>
                  <a:pt x="518487" y="161166"/>
                </a:lnTo>
                <a:lnTo>
                  <a:pt x="534987" y="203801"/>
                </a:lnTo>
                <a:lnTo>
                  <a:pt x="545237" y="249501"/>
                </a:lnTo>
                <a:lnTo>
                  <a:pt x="548675" y="297652"/>
                </a:lnTo>
                <a:lnTo>
                  <a:pt x="544931" y="345780"/>
                </a:lnTo>
                <a:lnTo>
                  <a:pt x="534391" y="391414"/>
                </a:lnTo>
                <a:lnTo>
                  <a:pt x="517621" y="433943"/>
                </a:lnTo>
                <a:lnTo>
                  <a:pt x="495187" y="472760"/>
                </a:lnTo>
                <a:lnTo>
                  <a:pt x="467657" y="507253"/>
                </a:lnTo>
                <a:lnTo>
                  <a:pt x="435597" y="536816"/>
                </a:lnTo>
                <a:lnTo>
                  <a:pt x="399575" y="560837"/>
                </a:lnTo>
                <a:lnTo>
                  <a:pt x="360155" y="578708"/>
                </a:lnTo>
                <a:lnTo>
                  <a:pt x="317907" y="589820"/>
                </a:lnTo>
                <a:lnTo>
                  <a:pt x="273395" y="593563"/>
                </a:lnTo>
                <a:lnTo>
                  <a:pt x="228909" y="589538"/>
                </a:lnTo>
                <a:lnTo>
                  <a:pt x="186731" y="578158"/>
                </a:lnTo>
                <a:lnTo>
                  <a:pt x="147426" y="560037"/>
                </a:lnTo>
                <a:lnTo>
                  <a:pt x="131110" y="549007"/>
                </a:lnTo>
                <a:lnTo>
                  <a:pt x="273535" y="549458"/>
                </a:lnTo>
                <a:lnTo>
                  <a:pt x="320624" y="544474"/>
                </a:lnTo>
                <a:lnTo>
                  <a:pt x="364513" y="529890"/>
                </a:lnTo>
                <a:lnTo>
                  <a:pt x="404262" y="506720"/>
                </a:lnTo>
                <a:lnTo>
                  <a:pt x="438928" y="475975"/>
                </a:lnTo>
                <a:lnTo>
                  <a:pt x="467567" y="438670"/>
                </a:lnTo>
                <a:lnTo>
                  <a:pt x="489238" y="395818"/>
                </a:lnTo>
                <a:lnTo>
                  <a:pt x="502999" y="348431"/>
                </a:lnTo>
                <a:lnTo>
                  <a:pt x="507905" y="297522"/>
                </a:lnTo>
                <a:lnTo>
                  <a:pt x="503322" y="246584"/>
                </a:lnTo>
                <a:lnTo>
                  <a:pt x="489863" y="199111"/>
                </a:lnTo>
                <a:lnTo>
                  <a:pt x="468464" y="156122"/>
                </a:lnTo>
                <a:lnTo>
                  <a:pt x="440062" y="118636"/>
                </a:lnTo>
                <a:lnTo>
                  <a:pt x="405592" y="87672"/>
                </a:lnTo>
                <a:lnTo>
                  <a:pt x="365991" y="64249"/>
                </a:lnTo>
                <a:lnTo>
                  <a:pt x="322195" y="49387"/>
                </a:lnTo>
                <a:lnTo>
                  <a:pt x="275139" y="44104"/>
                </a:lnTo>
                <a:lnTo>
                  <a:pt x="132714" y="43652"/>
                </a:lnTo>
                <a:lnTo>
                  <a:pt x="149100" y="32726"/>
                </a:lnTo>
                <a:lnTo>
                  <a:pt x="188519" y="14855"/>
                </a:lnTo>
                <a:lnTo>
                  <a:pt x="230767" y="3743"/>
                </a:lnTo>
                <a:lnTo>
                  <a:pt x="275279" y="0"/>
                </a:lnTo>
                <a:close/>
              </a:path>
              <a:path w="549275" h="593725" extrusionOk="0">
                <a:moveTo>
                  <a:pt x="132714" y="43652"/>
                </a:moveTo>
                <a:lnTo>
                  <a:pt x="275139" y="44104"/>
                </a:lnTo>
                <a:lnTo>
                  <a:pt x="228050" y="49088"/>
                </a:lnTo>
                <a:lnTo>
                  <a:pt x="184161" y="63672"/>
                </a:lnTo>
                <a:lnTo>
                  <a:pt x="144412" y="86843"/>
                </a:lnTo>
                <a:lnTo>
                  <a:pt x="109747" y="117588"/>
                </a:lnTo>
                <a:lnTo>
                  <a:pt x="81107" y="154893"/>
                </a:lnTo>
                <a:lnTo>
                  <a:pt x="59436" y="197745"/>
                </a:lnTo>
                <a:lnTo>
                  <a:pt x="45676" y="245132"/>
                </a:lnTo>
                <a:lnTo>
                  <a:pt x="40769" y="296040"/>
                </a:lnTo>
                <a:lnTo>
                  <a:pt x="45353" y="346979"/>
                </a:lnTo>
                <a:lnTo>
                  <a:pt x="58812" y="394452"/>
                </a:lnTo>
                <a:lnTo>
                  <a:pt x="80211" y="437441"/>
                </a:lnTo>
                <a:lnTo>
                  <a:pt x="108613" y="474927"/>
                </a:lnTo>
                <a:lnTo>
                  <a:pt x="143082" y="505891"/>
                </a:lnTo>
                <a:lnTo>
                  <a:pt x="182683" y="529313"/>
                </a:lnTo>
                <a:lnTo>
                  <a:pt x="226479" y="544176"/>
                </a:lnTo>
                <a:lnTo>
                  <a:pt x="273535" y="549458"/>
                </a:lnTo>
                <a:lnTo>
                  <a:pt x="131110" y="549007"/>
                </a:lnTo>
                <a:lnTo>
                  <a:pt x="79685" y="506022"/>
                </a:lnTo>
                <a:lnTo>
                  <a:pt x="52375" y="471354"/>
                </a:lnTo>
                <a:lnTo>
                  <a:pt x="30188" y="432397"/>
                </a:lnTo>
                <a:lnTo>
                  <a:pt x="13688" y="389761"/>
                </a:lnTo>
                <a:lnTo>
                  <a:pt x="3437" y="344062"/>
                </a:lnTo>
                <a:lnTo>
                  <a:pt x="0" y="295911"/>
                </a:lnTo>
                <a:lnTo>
                  <a:pt x="3743" y="247783"/>
                </a:lnTo>
                <a:lnTo>
                  <a:pt x="14283" y="202149"/>
                </a:lnTo>
                <a:lnTo>
                  <a:pt x="31053" y="159620"/>
                </a:lnTo>
                <a:lnTo>
                  <a:pt x="53487" y="120803"/>
                </a:lnTo>
                <a:lnTo>
                  <a:pt x="81017" y="86309"/>
                </a:lnTo>
                <a:lnTo>
                  <a:pt x="113077" y="56747"/>
                </a:lnTo>
                <a:lnTo>
                  <a:pt x="132714" y="43652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2677607" y="495598"/>
            <a:ext cx="167287" cy="181156"/>
          </a:xfrm>
          <a:custGeom>
            <a:avLst/>
            <a:gdLst/>
            <a:ahLst/>
            <a:cxnLst/>
            <a:rect l="l" t="t" r="r" b="b"/>
            <a:pathLst>
              <a:path w="367664" h="398144" extrusionOk="0">
                <a:moveTo>
                  <a:pt x="184436" y="0"/>
                </a:moveTo>
                <a:lnTo>
                  <a:pt x="226565" y="5385"/>
                </a:lnTo>
                <a:lnTo>
                  <a:pt x="265206" y="20467"/>
                </a:lnTo>
                <a:lnTo>
                  <a:pt x="299259" y="44048"/>
                </a:lnTo>
                <a:lnTo>
                  <a:pt x="327626" y="74932"/>
                </a:lnTo>
                <a:lnTo>
                  <a:pt x="349207" y="111921"/>
                </a:lnTo>
                <a:lnTo>
                  <a:pt x="362902" y="153818"/>
                </a:lnTo>
                <a:lnTo>
                  <a:pt x="367612" y="199427"/>
                </a:lnTo>
                <a:lnTo>
                  <a:pt x="362613" y="245004"/>
                </a:lnTo>
                <a:lnTo>
                  <a:pt x="348652" y="286814"/>
                </a:lnTo>
                <a:lnTo>
                  <a:pt x="326837" y="323665"/>
                </a:lnTo>
                <a:lnTo>
                  <a:pt x="298275" y="354368"/>
                </a:lnTo>
                <a:lnTo>
                  <a:pt x="264072" y="377733"/>
                </a:lnTo>
                <a:lnTo>
                  <a:pt x="225336" y="392569"/>
                </a:lnTo>
                <a:lnTo>
                  <a:pt x="183174" y="397687"/>
                </a:lnTo>
                <a:lnTo>
                  <a:pt x="141046" y="392302"/>
                </a:lnTo>
                <a:lnTo>
                  <a:pt x="102405" y="377220"/>
                </a:lnTo>
                <a:lnTo>
                  <a:pt x="88856" y="367837"/>
                </a:lnTo>
                <a:lnTo>
                  <a:pt x="183268" y="368137"/>
                </a:lnTo>
                <a:lnTo>
                  <a:pt x="224889" y="362222"/>
                </a:lnTo>
                <a:lnTo>
                  <a:pt x="262326" y="345274"/>
                </a:lnTo>
                <a:lnTo>
                  <a:pt x="294081" y="318903"/>
                </a:lnTo>
                <a:lnTo>
                  <a:pt x="318660" y="284718"/>
                </a:lnTo>
                <a:lnTo>
                  <a:pt x="334564" y="244327"/>
                </a:lnTo>
                <a:lnTo>
                  <a:pt x="340296" y="199340"/>
                </a:lnTo>
                <a:lnTo>
                  <a:pt x="334849" y="154317"/>
                </a:lnTo>
                <a:lnTo>
                  <a:pt x="319202" y="113826"/>
                </a:lnTo>
                <a:lnTo>
                  <a:pt x="294841" y="79486"/>
                </a:lnTo>
                <a:lnTo>
                  <a:pt x="263253" y="52914"/>
                </a:lnTo>
                <a:lnTo>
                  <a:pt x="225925" y="35729"/>
                </a:lnTo>
                <a:lnTo>
                  <a:pt x="184343" y="29550"/>
                </a:lnTo>
                <a:lnTo>
                  <a:pt x="89930" y="29250"/>
                </a:lnTo>
                <a:lnTo>
                  <a:pt x="103539" y="19954"/>
                </a:lnTo>
                <a:lnTo>
                  <a:pt x="142275" y="5117"/>
                </a:lnTo>
                <a:lnTo>
                  <a:pt x="184436" y="0"/>
                </a:lnTo>
                <a:close/>
              </a:path>
              <a:path w="367664" h="398144" extrusionOk="0">
                <a:moveTo>
                  <a:pt x="89930" y="29250"/>
                </a:moveTo>
                <a:lnTo>
                  <a:pt x="184343" y="29550"/>
                </a:lnTo>
                <a:lnTo>
                  <a:pt x="142722" y="35465"/>
                </a:lnTo>
                <a:lnTo>
                  <a:pt x="105286" y="52413"/>
                </a:lnTo>
                <a:lnTo>
                  <a:pt x="73530" y="78784"/>
                </a:lnTo>
                <a:lnTo>
                  <a:pt x="48951" y="112969"/>
                </a:lnTo>
                <a:lnTo>
                  <a:pt x="33048" y="153360"/>
                </a:lnTo>
                <a:lnTo>
                  <a:pt x="27315" y="198347"/>
                </a:lnTo>
                <a:lnTo>
                  <a:pt x="32762" y="243369"/>
                </a:lnTo>
                <a:lnTo>
                  <a:pt x="48409" y="283860"/>
                </a:lnTo>
                <a:lnTo>
                  <a:pt x="72770" y="318201"/>
                </a:lnTo>
                <a:lnTo>
                  <a:pt x="104358" y="344773"/>
                </a:lnTo>
                <a:lnTo>
                  <a:pt x="141686" y="361958"/>
                </a:lnTo>
                <a:lnTo>
                  <a:pt x="183268" y="368137"/>
                </a:lnTo>
                <a:lnTo>
                  <a:pt x="88856" y="367837"/>
                </a:lnTo>
                <a:lnTo>
                  <a:pt x="39985" y="322755"/>
                </a:lnTo>
                <a:lnTo>
                  <a:pt x="18404" y="285766"/>
                </a:lnTo>
                <a:lnTo>
                  <a:pt x="4709" y="243868"/>
                </a:lnTo>
                <a:lnTo>
                  <a:pt x="0" y="198260"/>
                </a:lnTo>
                <a:lnTo>
                  <a:pt x="4999" y="152682"/>
                </a:lnTo>
                <a:lnTo>
                  <a:pt x="18959" y="110873"/>
                </a:lnTo>
                <a:lnTo>
                  <a:pt x="40774" y="74022"/>
                </a:lnTo>
                <a:lnTo>
                  <a:pt x="69337" y="43319"/>
                </a:lnTo>
                <a:lnTo>
                  <a:pt x="89930" y="29250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5"/>
          <p:cNvSpPr/>
          <p:nvPr/>
        </p:nvSpPr>
        <p:spPr>
          <a:xfrm>
            <a:off x="0" y="441379"/>
            <a:ext cx="54896" cy="271012"/>
          </a:xfrm>
          <a:custGeom>
            <a:avLst/>
            <a:gdLst/>
            <a:ahLst/>
            <a:cxnLst/>
            <a:rect l="l" t="t" r="r" b="b"/>
            <a:pathLst>
              <a:path w="120650" h="595630" extrusionOk="0">
                <a:moveTo>
                  <a:pt x="0" y="0"/>
                </a:moveTo>
                <a:lnTo>
                  <a:pt x="26462" y="28810"/>
                </a:lnTo>
                <a:lnTo>
                  <a:pt x="53858" y="66636"/>
                </a:lnTo>
                <a:lnTo>
                  <a:pt x="77030" y="107864"/>
                </a:lnTo>
                <a:lnTo>
                  <a:pt x="95628" y="152111"/>
                </a:lnTo>
                <a:lnTo>
                  <a:pt x="109299" y="198995"/>
                </a:lnTo>
                <a:lnTo>
                  <a:pt x="117693" y="248133"/>
                </a:lnTo>
                <a:lnTo>
                  <a:pt x="120460" y="299145"/>
                </a:lnTo>
                <a:lnTo>
                  <a:pt x="117370" y="350138"/>
                </a:lnTo>
                <a:lnTo>
                  <a:pt x="108664" y="399222"/>
                </a:lnTo>
                <a:lnTo>
                  <a:pt x="94695" y="446018"/>
                </a:lnTo>
                <a:lnTo>
                  <a:pt x="75817" y="490146"/>
                </a:lnTo>
                <a:lnTo>
                  <a:pt x="52384" y="531226"/>
                </a:lnTo>
                <a:lnTo>
                  <a:pt x="24749" y="568877"/>
                </a:lnTo>
                <a:lnTo>
                  <a:pt x="0" y="595482"/>
                </a:lnTo>
                <a:lnTo>
                  <a:pt x="0" y="505035"/>
                </a:lnTo>
                <a:lnTo>
                  <a:pt x="12455" y="487296"/>
                </a:lnTo>
                <a:lnTo>
                  <a:pt x="34402" y="444809"/>
                </a:lnTo>
                <a:lnTo>
                  <a:pt x="50741" y="398903"/>
                </a:lnTo>
                <a:lnTo>
                  <a:pt x="60974" y="350111"/>
                </a:lnTo>
                <a:lnTo>
                  <a:pt x="64606" y="298968"/>
                </a:lnTo>
                <a:lnTo>
                  <a:pt x="61299" y="247803"/>
                </a:lnTo>
                <a:lnTo>
                  <a:pt x="51375" y="198948"/>
                </a:lnTo>
                <a:lnTo>
                  <a:pt x="35328" y="152940"/>
                </a:lnTo>
                <a:lnTo>
                  <a:pt x="13652" y="110314"/>
                </a:lnTo>
                <a:lnTo>
                  <a:pt x="0" y="906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49500" y="2055970"/>
            <a:ext cx="342087" cy="370113"/>
          </a:xfrm>
          <a:custGeom>
            <a:avLst/>
            <a:gdLst/>
            <a:ahLst/>
            <a:cxnLst/>
            <a:rect l="l" t="t" r="r" b="b"/>
            <a:pathLst>
              <a:path w="751840" h="813435" extrusionOk="0">
                <a:moveTo>
                  <a:pt x="377130" y="0"/>
                </a:moveTo>
                <a:lnTo>
                  <a:pt x="424265" y="3317"/>
                </a:lnTo>
                <a:lnTo>
                  <a:pt x="469633" y="12711"/>
                </a:lnTo>
                <a:lnTo>
                  <a:pt x="512883" y="27798"/>
                </a:lnTo>
                <a:lnTo>
                  <a:pt x="553664" y="48198"/>
                </a:lnTo>
                <a:lnTo>
                  <a:pt x="591626" y="73528"/>
                </a:lnTo>
                <a:lnTo>
                  <a:pt x="626416" y="103405"/>
                </a:lnTo>
                <a:lnTo>
                  <a:pt x="657685" y="137448"/>
                </a:lnTo>
                <a:lnTo>
                  <a:pt x="685081" y="175274"/>
                </a:lnTo>
                <a:lnTo>
                  <a:pt x="708253" y="216501"/>
                </a:lnTo>
                <a:lnTo>
                  <a:pt x="726850" y="260748"/>
                </a:lnTo>
                <a:lnTo>
                  <a:pt x="740522" y="307632"/>
                </a:lnTo>
                <a:lnTo>
                  <a:pt x="748916" y="356771"/>
                </a:lnTo>
                <a:lnTo>
                  <a:pt x="751682" y="407783"/>
                </a:lnTo>
                <a:lnTo>
                  <a:pt x="748592" y="458775"/>
                </a:lnTo>
                <a:lnTo>
                  <a:pt x="739886" y="507859"/>
                </a:lnTo>
                <a:lnTo>
                  <a:pt x="725918" y="554655"/>
                </a:lnTo>
                <a:lnTo>
                  <a:pt x="707040" y="598783"/>
                </a:lnTo>
                <a:lnTo>
                  <a:pt x="683607" y="639863"/>
                </a:lnTo>
                <a:lnTo>
                  <a:pt x="655972" y="677515"/>
                </a:lnTo>
                <a:lnTo>
                  <a:pt x="624487" y="711359"/>
                </a:lnTo>
                <a:lnTo>
                  <a:pt x="589508" y="741015"/>
                </a:lnTo>
                <a:lnTo>
                  <a:pt x="551386" y="766103"/>
                </a:lnTo>
                <a:lnTo>
                  <a:pt x="510476" y="786244"/>
                </a:lnTo>
                <a:lnTo>
                  <a:pt x="467131" y="801057"/>
                </a:lnTo>
                <a:lnTo>
                  <a:pt x="421705" y="810163"/>
                </a:lnTo>
                <a:lnTo>
                  <a:pt x="374550" y="813181"/>
                </a:lnTo>
                <a:lnTo>
                  <a:pt x="327415" y="809863"/>
                </a:lnTo>
                <a:lnTo>
                  <a:pt x="282047" y="800470"/>
                </a:lnTo>
                <a:lnTo>
                  <a:pt x="238797" y="785382"/>
                </a:lnTo>
                <a:lnTo>
                  <a:pt x="198016" y="764982"/>
                </a:lnTo>
                <a:lnTo>
                  <a:pt x="178764" y="752136"/>
                </a:lnTo>
                <a:lnTo>
                  <a:pt x="374741" y="752757"/>
                </a:lnTo>
                <a:lnTo>
                  <a:pt x="422039" y="749154"/>
                </a:lnTo>
                <a:lnTo>
                  <a:pt x="467205" y="738394"/>
                </a:lnTo>
                <a:lnTo>
                  <a:pt x="509743" y="721012"/>
                </a:lnTo>
                <a:lnTo>
                  <a:pt x="549155" y="697540"/>
                </a:lnTo>
                <a:lnTo>
                  <a:pt x="584947" y="668514"/>
                </a:lnTo>
                <a:lnTo>
                  <a:pt x="616620" y="634467"/>
                </a:lnTo>
                <a:lnTo>
                  <a:pt x="643678" y="595933"/>
                </a:lnTo>
                <a:lnTo>
                  <a:pt x="665625" y="553446"/>
                </a:lnTo>
                <a:lnTo>
                  <a:pt x="681963" y="507540"/>
                </a:lnTo>
                <a:lnTo>
                  <a:pt x="692197" y="458748"/>
                </a:lnTo>
                <a:lnTo>
                  <a:pt x="695828" y="407605"/>
                </a:lnTo>
                <a:lnTo>
                  <a:pt x="692521" y="356441"/>
                </a:lnTo>
                <a:lnTo>
                  <a:pt x="682598" y="307586"/>
                </a:lnTo>
                <a:lnTo>
                  <a:pt x="666551" y="261577"/>
                </a:lnTo>
                <a:lnTo>
                  <a:pt x="644874" y="218952"/>
                </a:lnTo>
                <a:lnTo>
                  <a:pt x="618061" y="180247"/>
                </a:lnTo>
                <a:lnTo>
                  <a:pt x="586605" y="146000"/>
                </a:lnTo>
                <a:lnTo>
                  <a:pt x="550998" y="116747"/>
                </a:lnTo>
                <a:lnTo>
                  <a:pt x="511735" y="93026"/>
                </a:lnTo>
                <a:lnTo>
                  <a:pt x="469309" y="75374"/>
                </a:lnTo>
                <a:lnTo>
                  <a:pt x="424212" y="64328"/>
                </a:lnTo>
                <a:lnTo>
                  <a:pt x="376938" y="60424"/>
                </a:lnTo>
                <a:lnTo>
                  <a:pt x="180957" y="59802"/>
                </a:lnTo>
                <a:lnTo>
                  <a:pt x="200294" y="47077"/>
                </a:lnTo>
                <a:lnTo>
                  <a:pt x="241204" y="26936"/>
                </a:lnTo>
                <a:lnTo>
                  <a:pt x="284548" y="12123"/>
                </a:lnTo>
                <a:lnTo>
                  <a:pt x="329975" y="3018"/>
                </a:lnTo>
                <a:lnTo>
                  <a:pt x="377130" y="0"/>
                </a:lnTo>
                <a:close/>
              </a:path>
              <a:path w="751840" h="813435" extrusionOk="0">
                <a:moveTo>
                  <a:pt x="180957" y="59802"/>
                </a:moveTo>
                <a:lnTo>
                  <a:pt x="376938" y="60424"/>
                </a:lnTo>
                <a:lnTo>
                  <a:pt x="329641" y="64028"/>
                </a:lnTo>
                <a:lnTo>
                  <a:pt x="284475" y="74787"/>
                </a:lnTo>
                <a:lnTo>
                  <a:pt x="241938" y="92170"/>
                </a:lnTo>
                <a:lnTo>
                  <a:pt x="202525" y="115641"/>
                </a:lnTo>
                <a:lnTo>
                  <a:pt x="166734" y="144667"/>
                </a:lnTo>
                <a:lnTo>
                  <a:pt x="135061" y="178714"/>
                </a:lnTo>
                <a:lnTo>
                  <a:pt x="108003" y="217248"/>
                </a:lnTo>
                <a:lnTo>
                  <a:pt x="86057" y="259735"/>
                </a:lnTo>
                <a:lnTo>
                  <a:pt x="69719" y="305641"/>
                </a:lnTo>
                <a:lnTo>
                  <a:pt x="59486" y="354432"/>
                </a:lnTo>
                <a:lnTo>
                  <a:pt x="55854" y="405575"/>
                </a:lnTo>
                <a:lnTo>
                  <a:pt x="59161" y="456740"/>
                </a:lnTo>
                <a:lnTo>
                  <a:pt x="69084" y="505595"/>
                </a:lnTo>
                <a:lnTo>
                  <a:pt x="85131" y="551604"/>
                </a:lnTo>
                <a:lnTo>
                  <a:pt x="106807" y="594230"/>
                </a:lnTo>
                <a:lnTo>
                  <a:pt x="133620" y="632935"/>
                </a:lnTo>
                <a:lnTo>
                  <a:pt x="165076" y="667182"/>
                </a:lnTo>
                <a:lnTo>
                  <a:pt x="200682" y="696435"/>
                </a:lnTo>
                <a:lnTo>
                  <a:pt x="239945" y="720156"/>
                </a:lnTo>
                <a:lnTo>
                  <a:pt x="282371" y="737808"/>
                </a:lnTo>
                <a:lnTo>
                  <a:pt x="327468" y="748854"/>
                </a:lnTo>
                <a:lnTo>
                  <a:pt x="374741" y="752757"/>
                </a:lnTo>
                <a:lnTo>
                  <a:pt x="178764" y="752136"/>
                </a:lnTo>
                <a:lnTo>
                  <a:pt x="125264" y="709775"/>
                </a:lnTo>
                <a:lnTo>
                  <a:pt x="93996" y="675732"/>
                </a:lnTo>
                <a:lnTo>
                  <a:pt x="66600" y="637905"/>
                </a:lnTo>
                <a:lnTo>
                  <a:pt x="43428" y="596678"/>
                </a:lnTo>
                <a:lnTo>
                  <a:pt x="24831" y="552431"/>
                </a:lnTo>
                <a:lnTo>
                  <a:pt x="11160" y="505547"/>
                </a:lnTo>
                <a:lnTo>
                  <a:pt x="2766" y="456409"/>
                </a:lnTo>
                <a:lnTo>
                  <a:pt x="0" y="405397"/>
                </a:lnTo>
                <a:lnTo>
                  <a:pt x="3090" y="354404"/>
                </a:lnTo>
                <a:lnTo>
                  <a:pt x="11796" y="305320"/>
                </a:lnTo>
                <a:lnTo>
                  <a:pt x="25764" y="258524"/>
                </a:lnTo>
                <a:lnTo>
                  <a:pt x="44641" y="214396"/>
                </a:lnTo>
                <a:lnTo>
                  <a:pt x="68074" y="173316"/>
                </a:lnTo>
                <a:lnTo>
                  <a:pt x="95709" y="135664"/>
                </a:lnTo>
                <a:lnTo>
                  <a:pt x="127193" y="101821"/>
                </a:lnTo>
                <a:lnTo>
                  <a:pt x="162173" y="72165"/>
                </a:lnTo>
                <a:lnTo>
                  <a:pt x="180957" y="59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1559826" y="3980278"/>
            <a:ext cx="331974" cy="234318"/>
          </a:xfrm>
          <a:custGeom>
            <a:avLst/>
            <a:gdLst/>
            <a:ahLst/>
            <a:cxnLst/>
            <a:rect l="l" t="t" r="r" b="b"/>
            <a:pathLst>
              <a:path w="729614" h="514984" extrusionOk="0">
                <a:moveTo>
                  <a:pt x="709073" y="367836"/>
                </a:moveTo>
                <a:lnTo>
                  <a:pt x="728663" y="405104"/>
                </a:lnTo>
                <a:lnTo>
                  <a:pt x="729101" y="444266"/>
                </a:lnTo>
                <a:lnTo>
                  <a:pt x="713059" y="479458"/>
                </a:lnTo>
                <a:lnTo>
                  <a:pt x="683212" y="504815"/>
                </a:lnTo>
                <a:lnTo>
                  <a:pt x="642231" y="514474"/>
                </a:lnTo>
                <a:lnTo>
                  <a:pt x="642458" y="442981"/>
                </a:lnTo>
                <a:lnTo>
                  <a:pt x="651954" y="440156"/>
                </a:lnTo>
                <a:lnTo>
                  <a:pt x="657920" y="433072"/>
                </a:lnTo>
                <a:lnTo>
                  <a:pt x="659354" y="423923"/>
                </a:lnTo>
                <a:lnTo>
                  <a:pt x="655258" y="414901"/>
                </a:lnTo>
                <a:lnTo>
                  <a:pt x="709073" y="367836"/>
                </a:lnTo>
                <a:close/>
              </a:path>
              <a:path w="729614" h="514984" extrusionOk="0">
                <a:moveTo>
                  <a:pt x="86905" y="441218"/>
                </a:moveTo>
                <a:lnTo>
                  <a:pt x="642458" y="442981"/>
                </a:lnTo>
                <a:lnTo>
                  <a:pt x="642231" y="514474"/>
                </a:lnTo>
                <a:lnTo>
                  <a:pt x="86678" y="512711"/>
                </a:lnTo>
                <a:lnTo>
                  <a:pt x="86905" y="441218"/>
                </a:lnTo>
                <a:close/>
              </a:path>
              <a:path w="729614" h="514984" extrusionOk="0">
                <a:moveTo>
                  <a:pt x="17060" y="370129"/>
                </a:moveTo>
                <a:lnTo>
                  <a:pt x="73577" y="413915"/>
                </a:lnTo>
                <a:lnTo>
                  <a:pt x="70053" y="422861"/>
                </a:lnTo>
                <a:lnTo>
                  <a:pt x="71745" y="431715"/>
                </a:lnTo>
                <a:lnTo>
                  <a:pt x="77685" y="438495"/>
                </a:lnTo>
                <a:lnTo>
                  <a:pt x="86905" y="441218"/>
                </a:lnTo>
                <a:lnTo>
                  <a:pt x="86678" y="512711"/>
                </a:lnTo>
                <a:lnTo>
                  <a:pt x="46947" y="503361"/>
                </a:lnTo>
                <a:lnTo>
                  <a:pt x="17532" y="479127"/>
                </a:lnTo>
                <a:lnTo>
                  <a:pt x="1020" y="445309"/>
                </a:lnTo>
                <a:lnTo>
                  <a:pt x="0" y="407209"/>
                </a:lnTo>
                <a:lnTo>
                  <a:pt x="17060" y="370129"/>
                </a:lnTo>
                <a:close/>
              </a:path>
              <a:path w="729614" h="514984" extrusionOk="0">
                <a:moveTo>
                  <a:pt x="277303" y="34230"/>
                </a:moveTo>
                <a:lnTo>
                  <a:pt x="333819" y="78016"/>
                </a:lnTo>
                <a:lnTo>
                  <a:pt x="73577" y="413915"/>
                </a:lnTo>
                <a:lnTo>
                  <a:pt x="17060" y="370129"/>
                </a:lnTo>
                <a:lnTo>
                  <a:pt x="277303" y="34230"/>
                </a:lnTo>
                <a:close/>
              </a:path>
              <a:path w="729614" h="514984" extrusionOk="0">
                <a:moveTo>
                  <a:pt x="413765" y="30173"/>
                </a:moveTo>
                <a:lnTo>
                  <a:pt x="709073" y="367836"/>
                </a:lnTo>
                <a:lnTo>
                  <a:pt x="655258" y="414901"/>
                </a:lnTo>
                <a:lnTo>
                  <a:pt x="359950" y="77239"/>
                </a:lnTo>
                <a:lnTo>
                  <a:pt x="413765" y="30173"/>
                </a:lnTo>
                <a:close/>
              </a:path>
              <a:path w="729614" h="514984" extrusionOk="0">
                <a:moveTo>
                  <a:pt x="325271" y="71393"/>
                </a:moveTo>
                <a:lnTo>
                  <a:pt x="346701" y="71461"/>
                </a:lnTo>
                <a:lnTo>
                  <a:pt x="339668" y="73213"/>
                </a:lnTo>
                <a:lnTo>
                  <a:pt x="333819" y="78016"/>
                </a:lnTo>
                <a:lnTo>
                  <a:pt x="325271" y="71393"/>
                </a:lnTo>
                <a:close/>
              </a:path>
              <a:path w="729614" h="514984" extrusionOk="0">
                <a:moveTo>
                  <a:pt x="344577" y="0"/>
                </a:moveTo>
                <a:lnTo>
                  <a:pt x="381781" y="6951"/>
                </a:lnTo>
                <a:lnTo>
                  <a:pt x="413765" y="30173"/>
                </a:lnTo>
                <a:lnTo>
                  <a:pt x="359950" y="77239"/>
                </a:lnTo>
                <a:lnTo>
                  <a:pt x="353825" y="72792"/>
                </a:lnTo>
                <a:lnTo>
                  <a:pt x="346701" y="71461"/>
                </a:lnTo>
                <a:lnTo>
                  <a:pt x="325271" y="71393"/>
                </a:lnTo>
                <a:lnTo>
                  <a:pt x="277303" y="34230"/>
                </a:lnTo>
                <a:lnTo>
                  <a:pt x="307851" y="9149"/>
                </a:lnTo>
                <a:lnTo>
                  <a:pt x="344577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107845" y="3159133"/>
            <a:ext cx="271301" cy="281413"/>
          </a:xfrm>
          <a:custGeom>
            <a:avLst/>
            <a:gdLst/>
            <a:ahLst/>
            <a:cxnLst/>
            <a:rect l="l" t="t" r="r" b="b"/>
            <a:pathLst>
              <a:path w="596265" h="618490" extrusionOk="0">
                <a:moveTo>
                  <a:pt x="520030" y="42300"/>
                </a:moveTo>
                <a:lnTo>
                  <a:pt x="558770" y="56668"/>
                </a:lnTo>
                <a:lnTo>
                  <a:pt x="584780" y="86518"/>
                </a:lnTo>
                <a:lnTo>
                  <a:pt x="596113" y="125203"/>
                </a:lnTo>
                <a:lnTo>
                  <a:pt x="590820" y="166073"/>
                </a:lnTo>
                <a:lnTo>
                  <a:pt x="566955" y="202478"/>
                </a:lnTo>
                <a:lnTo>
                  <a:pt x="522031" y="146863"/>
                </a:lnTo>
                <a:lnTo>
                  <a:pt x="527173" y="137965"/>
                </a:lnTo>
                <a:lnTo>
                  <a:pt x="526904" y="128230"/>
                </a:lnTo>
                <a:lnTo>
                  <a:pt x="521952" y="120142"/>
                </a:lnTo>
                <a:lnTo>
                  <a:pt x="513045" y="116191"/>
                </a:lnTo>
                <a:lnTo>
                  <a:pt x="520030" y="42300"/>
                </a:lnTo>
                <a:close/>
              </a:path>
              <a:path w="596265" h="618490" extrusionOk="0">
                <a:moveTo>
                  <a:pt x="105090" y="541061"/>
                </a:moveTo>
                <a:lnTo>
                  <a:pt x="522031" y="146863"/>
                </a:lnTo>
                <a:lnTo>
                  <a:pt x="566955" y="202478"/>
                </a:lnTo>
                <a:lnTo>
                  <a:pt x="150014" y="596676"/>
                </a:lnTo>
                <a:lnTo>
                  <a:pt x="105090" y="541061"/>
                </a:lnTo>
                <a:close/>
              </a:path>
              <a:path w="596265" h="618490" extrusionOk="0">
                <a:moveTo>
                  <a:pt x="9527" y="531008"/>
                </a:moveTo>
                <a:lnTo>
                  <a:pt x="78189" y="528485"/>
                </a:lnTo>
                <a:lnTo>
                  <a:pt x="81066" y="538097"/>
                </a:lnTo>
                <a:lnTo>
                  <a:pt x="87860" y="544029"/>
                </a:lnTo>
                <a:lnTo>
                  <a:pt x="96544" y="545333"/>
                </a:lnTo>
                <a:lnTo>
                  <a:pt x="105090" y="541061"/>
                </a:lnTo>
                <a:lnTo>
                  <a:pt x="150014" y="596676"/>
                </a:lnTo>
                <a:lnTo>
                  <a:pt x="114707" y="617011"/>
                </a:lnTo>
                <a:lnTo>
                  <a:pt x="77583" y="618078"/>
                </a:lnTo>
                <a:lnTo>
                  <a:pt x="44065" y="602410"/>
                </a:lnTo>
                <a:lnTo>
                  <a:pt x="19572" y="572542"/>
                </a:lnTo>
                <a:lnTo>
                  <a:pt x="9527" y="531008"/>
                </a:lnTo>
                <a:close/>
              </a:path>
              <a:path w="596265" h="618490" extrusionOk="0">
                <a:moveTo>
                  <a:pt x="0" y="94509"/>
                </a:moveTo>
                <a:lnTo>
                  <a:pt x="68659" y="91985"/>
                </a:lnTo>
                <a:lnTo>
                  <a:pt x="78189" y="528485"/>
                </a:lnTo>
                <a:lnTo>
                  <a:pt x="9527" y="531008"/>
                </a:lnTo>
                <a:lnTo>
                  <a:pt x="0" y="94509"/>
                </a:lnTo>
                <a:close/>
              </a:path>
              <a:path w="596265" h="618490" extrusionOk="0">
                <a:moveTo>
                  <a:pt x="93562" y="0"/>
                </a:moveTo>
                <a:lnTo>
                  <a:pt x="520030" y="42300"/>
                </a:lnTo>
                <a:lnTo>
                  <a:pt x="513045" y="116191"/>
                </a:lnTo>
                <a:lnTo>
                  <a:pt x="86576" y="73889"/>
                </a:lnTo>
                <a:lnTo>
                  <a:pt x="93562" y="0"/>
                </a:lnTo>
                <a:close/>
              </a:path>
              <a:path w="596265" h="618490" extrusionOk="0">
                <a:moveTo>
                  <a:pt x="59372" y="92326"/>
                </a:moveTo>
                <a:lnTo>
                  <a:pt x="73879" y="78611"/>
                </a:lnTo>
                <a:lnTo>
                  <a:pt x="69991" y="84562"/>
                </a:lnTo>
                <a:lnTo>
                  <a:pt x="68659" y="91985"/>
                </a:lnTo>
                <a:lnTo>
                  <a:pt x="59372" y="92326"/>
                </a:lnTo>
                <a:close/>
              </a:path>
              <a:path w="596265" h="618490" extrusionOk="0">
                <a:moveTo>
                  <a:pt x="27254" y="24659"/>
                </a:moveTo>
                <a:lnTo>
                  <a:pt x="57314" y="4875"/>
                </a:lnTo>
                <a:lnTo>
                  <a:pt x="93562" y="0"/>
                </a:lnTo>
                <a:lnTo>
                  <a:pt x="86576" y="73889"/>
                </a:lnTo>
                <a:lnTo>
                  <a:pt x="79635" y="74823"/>
                </a:lnTo>
                <a:lnTo>
                  <a:pt x="73879" y="78611"/>
                </a:lnTo>
                <a:lnTo>
                  <a:pt x="59372" y="92326"/>
                </a:lnTo>
                <a:lnTo>
                  <a:pt x="0" y="94509"/>
                </a:lnTo>
                <a:lnTo>
                  <a:pt x="6958" y="55742"/>
                </a:lnTo>
                <a:lnTo>
                  <a:pt x="27254" y="246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1811725" y="1255862"/>
            <a:ext cx="247031" cy="256565"/>
          </a:xfrm>
          <a:custGeom>
            <a:avLst/>
            <a:gdLst/>
            <a:ahLst/>
            <a:cxnLst/>
            <a:rect l="l" t="t" r="r" b="b"/>
            <a:pathLst>
              <a:path w="542925" h="563879" extrusionOk="0">
                <a:moveTo>
                  <a:pt x="473477" y="38515"/>
                </a:moveTo>
                <a:lnTo>
                  <a:pt x="508748" y="51596"/>
                </a:lnTo>
                <a:lnTo>
                  <a:pt x="532429" y="78774"/>
                </a:lnTo>
                <a:lnTo>
                  <a:pt x="542747" y="113995"/>
                </a:lnTo>
                <a:lnTo>
                  <a:pt x="537928" y="151205"/>
                </a:lnTo>
                <a:lnTo>
                  <a:pt x="516199" y="184352"/>
                </a:lnTo>
                <a:lnTo>
                  <a:pt x="475297" y="133715"/>
                </a:lnTo>
                <a:lnTo>
                  <a:pt x="479979" y="125614"/>
                </a:lnTo>
                <a:lnTo>
                  <a:pt x="479734" y="116750"/>
                </a:lnTo>
                <a:lnTo>
                  <a:pt x="475225" y="109387"/>
                </a:lnTo>
                <a:lnTo>
                  <a:pt x="467116" y="105789"/>
                </a:lnTo>
                <a:lnTo>
                  <a:pt x="473477" y="38515"/>
                </a:lnTo>
                <a:close/>
              </a:path>
              <a:path w="542925" h="563879" extrusionOk="0">
                <a:moveTo>
                  <a:pt x="95682" y="492623"/>
                </a:moveTo>
                <a:lnTo>
                  <a:pt x="475297" y="133715"/>
                </a:lnTo>
                <a:lnTo>
                  <a:pt x="516199" y="184352"/>
                </a:lnTo>
                <a:lnTo>
                  <a:pt x="136584" y="543260"/>
                </a:lnTo>
                <a:lnTo>
                  <a:pt x="95682" y="492623"/>
                </a:lnTo>
                <a:close/>
              </a:path>
              <a:path w="542925" h="563879" extrusionOk="0">
                <a:moveTo>
                  <a:pt x="8674" y="483471"/>
                </a:moveTo>
                <a:lnTo>
                  <a:pt x="71189" y="481174"/>
                </a:lnTo>
                <a:lnTo>
                  <a:pt x="73809" y="489925"/>
                </a:lnTo>
                <a:lnTo>
                  <a:pt x="79996" y="495325"/>
                </a:lnTo>
                <a:lnTo>
                  <a:pt x="87902" y="496511"/>
                </a:lnTo>
                <a:lnTo>
                  <a:pt x="95682" y="492623"/>
                </a:lnTo>
                <a:lnTo>
                  <a:pt x="136584" y="543260"/>
                </a:lnTo>
                <a:lnTo>
                  <a:pt x="95952" y="563571"/>
                </a:lnTo>
                <a:lnTo>
                  <a:pt x="54662" y="557371"/>
                </a:lnTo>
                <a:lnTo>
                  <a:pt x="22357" y="529169"/>
                </a:lnTo>
                <a:lnTo>
                  <a:pt x="8674" y="483471"/>
                </a:lnTo>
                <a:close/>
              </a:path>
              <a:path w="542925" h="563879" extrusionOk="0">
                <a:moveTo>
                  <a:pt x="0" y="86046"/>
                </a:moveTo>
                <a:lnTo>
                  <a:pt x="62515" y="83752"/>
                </a:lnTo>
                <a:lnTo>
                  <a:pt x="71189" y="481174"/>
                </a:lnTo>
                <a:lnTo>
                  <a:pt x="8674" y="483471"/>
                </a:lnTo>
                <a:lnTo>
                  <a:pt x="0" y="86046"/>
                </a:lnTo>
                <a:close/>
              </a:path>
              <a:path w="542925" h="563879" extrusionOk="0">
                <a:moveTo>
                  <a:pt x="85187" y="0"/>
                </a:moveTo>
                <a:lnTo>
                  <a:pt x="473477" y="38515"/>
                </a:lnTo>
                <a:lnTo>
                  <a:pt x="467116" y="105789"/>
                </a:lnTo>
                <a:lnTo>
                  <a:pt x="78829" y="67276"/>
                </a:lnTo>
                <a:lnTo>
                  <a:pt x="85187" y="0"/>
                </a:lnTo>
                <a:close/>
              </a:path>
              <a:path w="542925" h="563879" extrusionOk="0">
                <a:moveTo>
                  <a:pt x="54060" y="84062"/>
                </a:moveTo>
                <a:lnTo>
                  <a:pt x="67268" y="71575"/>
                </a:lnTo>
                <a:lnTo>
                  <a:pt x="63729" y="76993"/>
                </a:lnTo>
                <a:lnTo>
                  <a:pt x="62515" y="83752"/>
                </a:lnTo>
                <a:lnTo>
                  <a:pt x="54060" y="84062"/>
                </a:lnTo>
                <a:close/>
              </a:path>
              <a:path w="542925" h="563879" extrusionOk="0">
                <a:moveTo>
                  <a:pt x="24815" y="22451"/>
                </a:moveTo>
                <a:lnTo>
                  <a:pt x="52184" y="4438"/>
                </a:lnTo>
                <a:lnTo>
                  <a:pt x="85187" y="0"/>
                </a:lnTo>
                <a:lnTo>
                  <a:pt x="78829" y="67276"/>
                </a:lnTo>
                <a:lnTo>
                  <a:pt x="72509" y="68126"/>
                </a:lnTo>
                <a:lnTo>
                  <a:pt x="67268" y="71575"/>
                </a:lnTo>
                <a:lnTo>
                  <a:pt x="54060" y="84062"/>
                </a:lnTo>
                <a:lnTo>
                  <a:pt x="31257" y="84899"/>
                </a:lnTo>
                <a:lnTo>
                  <a:pt x="0" y="86046"/>
                </a:lnTo>
                <a:lnTo>
                  <a:pt x="6336" y="50750"/>
                </a:lnTo>
                <a:lnTo>
                  <a:pt x="24815" y="22451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1896294" y="356441"/>
            <a:ext cx="297882" cy="233162"/>
          </a:xfrm>
          <a:custGeom>
            <a:avLst/>
            <a:gdLst/>
            <a:ahLst/>
            <a:cxnLst/>
            <a:rect l="l" t="t" r="r" b="b"/>
            <a:pathLst>
              <a:path w="654685" h="512444" extrusionOk="0">
                <a:moveTo>
                  <a:pt x="31666" y="259434"/>
                </a:moveTo>
                <a:lnTo>
                  <a:pt x="7494" y="230278"/>
                </a:lnTo>
                <a:lnTo>
                  <a:pt x="0" y="195384"/>
                </a:lnTo>
                <a:lnTo>
                  <a:pt x="7868" y="160572"/>
                </a:lnTo>
                <a:lnTo>
                  <a:pt x="29785" y="131659"/>
                </a:lnTo>
                <a:lnTo>
                  <a:pt x="64434" y="114467"/>
                </a:lnTo>
                <a:lnTo>
                  <a:pt x="77036" y="178328"/>
                </a:lnTo>
                <a:lnTo>
                  <a:pt x="69114" y="182837"/>
                </a:lnTo>
                <a:lnTo>
                  <a:pt x="65099" y="190418"/>
                </a:lnTo>
                <a:lnTo>
                  <a:pt x="65484" y="198894"/>
                </a:lnTo>
                <a:lnTo>
                  <a:pt x="70761" y="206088"/>
                </a:lnTo>
                <a:lnTo>
                  <a:pt x="31666" y="259434"/>
                </a:lnTo>
                <a:close/>
              </a:path>
              <a:path w="654685" h="512444" extrusionOk="0">
                <a:moveTo>
                  <a:pt x="571566" y="63860"/>
                </a:moveTo>
                <a:lnTo>
                  <a:pt x="77036" y="178328"/>
                </a:lnTo>
                <a:lnTo>
                  <a:pt x="64434" y="114467"/>
                </a:lnTo>
                <a:lnTo>
                  <a:pt x="558964" y="0"/>
                </a:lnTo>
                <a:lnTo>
                  <a:pt x="571566" y="63860"/>
                </a:lnTo>
                <a:close/>
              </a:path>
              <a:path w="654685" h="512444" extrusionOk="0">
                <a:moveTo>
                  <a:pt x="646092" y="113028"/>
                </a:moveTo>
                <a:lnTo>
                  <a:pt x="588252" y="85503"/>
                </a:lnTo>
                <a:lnTo>
                  <a:pt x="589801" y="76775"/>
                </a:lnTo>
                <a:lnTo>
                  <a:pt x="586724" y="69207"/>
                </a:lnTo>
                <a:lnTo>
                  <a:pt x="580241" y="64376"/>
                </a:lnTo>
                <a:lnTo>
                  <a:pt x="571566" y="63860"/>
                </a:lnTo>
                <a:lnTo>
                  <a:pt x="558964" y="0"/>
                </a:lnTo>
                <a:lnTo>
                  <a:pt x="604267" y="2693"/>
                </a:lnTo>
                <a:lnTo>
                  <a:pt x="638124" y="27922"/>
                </a:lnTo>
                <a:lnTo>
                  <a:pt x="654183" y="67447"/>
                </a:lnTo>
                <a:lnTo>
                  <a:pt x="646092" y="113028"/>
                </a:lnTo>
                <a:close/>
              </a:path>
              <a:path w="654685" h="512444" extrusionOk="0">
                <a:moveTo>
                  <a:pt x="485727" y="443085"/>
                </a:moveTo>
                <a:lnTo>
                  <a:pt x="445608" y="452372"/>
                </a:lnTo>
                <a:lnTo>
                  <a:pt x="416688" y="438610"/>
                </a:lnTo>
                <a:lnTo>
                  <a:pt x="588252" y="85503"/>
                </a:lnTo>
                <a:lnTo>
                  <a:pt x="646092" y="113028"/>
                </a:lnTo>
                <a:lnTo>
                  <a:pt x="485727" y="443085"/>
                </a:lnTo>
                <a:close/>
              </a:path>
              <a:path w="654685" h="512444" extrusionOk="0">
                <a:moveTo>
                  <a:pt x="354633" y="498069"/>
                </a:moveTo>
                <a:lnTo>
                  <a:pt x="31666" y="259434"/>
                </a:lnTo>
                <a:lnTo>
                  <a:pt x="70761" y="206088"/>
                </a:lnTo>
                <a:lnTo>
                  <a:pt x="393729" y="444726"/>
                </a:lnTo>
                <a:lnTo>
                  <a:pt x="354633" y="498069"/>
                </a:lnTo>
                <a:close/>
              </a:path>
              <a:path w="654685" h="512444" extrusionOk="0">
                <a:moveTo>
                  <a:pt x="425336" y="442725"/>
                </a:moveTo>
                <a:lnTo>
                  <a:pt x="406466" y="447093"/>
                </a:lnTo>
                <a:lnTo>
                  <a:pt x="412366" y="444081"/>
                </a:lnTo>
                <a:lnTo>
                  <a:pt x="416688" y="438610"/>
                </a:lnTo>
                <a:lnTo>
                  <a:pt x="425336" y="442725"/>
                </a:lnTo>
                <a:close/>
              </a:path>
              <a:path w="654685" h="512444" extrusionOk="0">
                <a:moveTo>
                  <a:pt x="421149" y="510435"/>
                </a:moveTo>
                <a:lnTo>
                  <a:pt x="387052" y="511997"/>
                </a:lnTo>
                <a:lnTo>
                  <a:pt x="354633" y="498069"/>
                </a:lnTo>
                <a:lnTo>
                  <a:pt x="393729" y="444726"/>
                </a:lnTo>
                <a:lnTo>
                  <a:pt x="399936" y="447392"/>
                </a:lnTo>
                <a:lnTo>
                  <a:pt x="406466" y="447093"/>
                </a:lnTo>
                <a:lnTo>
                  <a:pt x="425336" y="442725"/>
                </a:lnTo>
                <a:lnTo>
                  <a:pt x="474529" y="466134"/>
                </a:lnTo>
                <a:lnTo>
                  <a:pt x="451962" y="494706"/>
                </a:lnTo>
                <a:lnTo>
                  <a:pt x="421149" y="510435"/>
                </a:lnTo>
                <a:close/>
              </a:path>
              <a:path w="654685" h="512444" extrusionOk="0">
                <a:moveTo>
                  <a:pt x="474529" y="466134"/>
                </a:moveTo>
                <a:lnTo>
                  <a:pt x="417821" y="439149"/>
                </a:lnTo>
                <a:lnTo>
                  <a:pt x="445608" y="452372"/>
                </a:lnTo>
                <a:lnTo>
                  <a:pt x="485727" y="443085"/>
                </a:lnTo>
                <a:lnTo>
                  <a:pt x="474529" y="466134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3352895" y="4665834"/>
            <a:ext cx="297304" cy="235474"/>
          </a:xfrm>
          <a:custGeom>
            <a:avLst/>
            <a:gdLst/>
            <a:ahLst/>
            <a:cxnLst/>
            <a:rect l="l" t="t" r="r" b="b"/>
            <a:pathLst>
              <a:path w="653415" h="517525" extrusionOk="0">
                <a:moveTo>
                  <a:pt x="641642" y="398332"/>
                </a:moveTo>
                <a:lnTo>
                  <a:pt x="653046" y="435486"/>
                </a:lnTo>
                <a:lnTo>
                  <a:pt x="647044" y="470697"/>
                </a:lnTo>
                <a:lnTo>
                  <a:pt x="626985" y="499202"/>
                </a:lnTo>
                <a:lnTo>
                  <a:pt x="596222" y="516239"/>
                </a:lnTo>
                <a:lnTo>
                  <a:pt x="558106" y="517045"/>
                </a:lnTo>
                <a:lnTo>
                  <a:pt x="570092" y="453066"/>
                </a:lnTo>
                <a:lnTo>
                  <a:pt x="579021" y="452352"/>
                </a:lnTo>
                <a:lnTo>
                  <a:pt x="585499" y="447137"/>
                </a:lnTo>
                <a:lnTo>
                  <a:pt x="588272" y="439204"/>
                </a:lnTo>
                <a:lnTo>
                  <a:pt x="586088" y="430333"/>
                </a:lnTo>
                <a:lnTo>
                  <a:pt x="641642" y="398332"/>
                </a:lnTo>
                <a:close/>
              </a:path>
              <a:path w="653415" h="517525" extrusionOk="0">
                <a:moveTo>
                  <a:pt x="74479" y="344659"/>
                </a:moveTo>
                <a:lnTo>
                  <a:pt x="570092" y="453066"/>
                </a:lnTo>
                <a:lnTo>
                  <a:pt x="558106" y="517045"/>
                </a:lnTo>
                <a:lnTo>
                  <a:pt x="62492" y="408638"/>
                </a:lnTo>
                <a:lnTo>
                  <a:pt x="74479" y="344659"/>
                </a:lnTo>
                <a:close/>
              </a:path>
              <a:path w="653415" h="517525" extrusionOk="0">
                <a:moveTo>
                  <a:pt x="24204" y="267454"/>
                </a:moveTo>
                <a:lnTo>
                  <a:pt x="67145" y="317623"/>
                </a:lnTo>
                <a:lnTo>
                  <a:pt x="62510" y="324956"/>
                </a:lnTo>
                <a:lnTo>
                  <a:pt x="62543" y="333220"/>
                </a:lnTo>
                <a:lnTo>
                  <a:pt x="66711" y="340444"/>
                </a:lnTo>
                <a:lnTo>
                  <a:pt x="74479" y="344659"/>
                </a:lnTo>
                <a:lnTo>
                  <a:pt x="62492" y="408638"/>
                </a:lnTo>
                <a:lnTo>
                  <a:pt x="21933" y="386628"/>
                </a:lnTo>
                <a:lnTo>
                  <a:pt x="172" y="348902"/>
                </a:lnTo>
                <a:lnTo>
                  <a:pt x="0" y="305749"/>
                </a:lnTo>
                <a:lnTo>
                  <a:pt x="24204" y="267454"/>
                </a:lnTo>
                <a:close/>
              </a:path>
              <a:path w="653415" h="517525" extrusionOk="0">
                <a:moveTo>
                  <a:pt x="311703" y="17605"/>
                </a:moveTo>
                <a:lnTo>
                  <a:pt x="354642" y="67772"/>
                </a:lnTo>
                <a:lnTo>
                  <a:pt x="67145" y="317623"/>
                </a:lnTo>
                <a:lnTo>
                  <a:pt x="24204" y="267454"/>
                </a:lnTo>
                <a:lnTo>
                  <a:pt x="311703" y="17605"/>
                </a:lnTo>
                <a:close/>
              </a:path>
              <a:path w="653415" h="517525" extrusionOk="0">
                <a:moveTo>
                  <a:pt x="433523" y="40072"/>
                </a:moveTo>
                <a:lnTo>
                  <a:pt x="641642" y="398332"/>
                </a:lnTo>
                <a:lnTo>
                  <a:pt x="586088" y="430333"/>
                </a:lnTo>
                <a:lnTo>
                  <a:pt x="377969" y="72075"/>
                </a:lnTo>
                <a:lnTo>
                  <a:pt x="433523" y="40072"/>
                </a:lnTo>
                <a:close/>
              </a:path>
              <a:path w="653415" h="517525" extrusionOk="0">
                <a:moveTo>
                  <a:pt x="348210" y="60258"/>
                </a:moveTo>
                <a:lnTo>
                  <a:pt x="367153" y="64401"/>
                </a:lnTo>
                <a:lnTo>
                  <a:pt x="360626" y="64617"/>
                </a:lnTo>
                <a:lnTo>
                  <a:pt x="354642" y="67772"/>
                </a:lnTo>
                <a:lnTo>
                  <a:pt x="348210" y="60258"/>
                </a:lnTo>
                <a:close/>
              </a:path>
              <a:path w="653415" h="517525" extrusionOk="0">
                <a:moveTo>
                  <a:pt x="377040" y="0"/>
                </a:moveTo>
                <a:lnTo>
                  <a:pt x="408912" y="13292"/>
                </a:lnTo>
                <a:lnTo>
                  <a:pt x="433523" y="40072"/>
                </a:lnTo>
                <a:lnTo>
                  <a:pt x="377969" y="72075"/>
                </a:lnTo>
                <a:lnTo>
                  <a:pt x="373257" y="66947"/>
                </a:lnTo>
                <a:lnTo>
                  <a:pt x="367153" y="64401"/>
                </a:lnTo>
                <a:lnTo>
                  <a:pt x="348210" y="60258"/>
                </a:lnTo>
                <a:lnTo>
                  <a:pt x="311703" y="17605"/>
                </a:lnTo>
                <a:lnTo>
                  <a:pt x="342954" y="1126"/>
                </a:lnTo>
                <a:lnTo>
                  <a:pt x="377040" y="0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507224" y="1428386"/>
            <a:ext cx="286036" cy="290659"/>
          </a:xfrm>
          <a:custGeom>
            <a:avLst/>
            <a:gdLst/>
            <a:ahLst/>
            <a:cxnLst/>
            <a:rect l="l" t="t" r="r" b="b"/>
            <a:pathLst>
              <a:path w="628650" h="638810" extrusionOk="0">
                <a:moveTo>
                  <a:pt x="0" y="103529"/>
                </a:moveTo>
                <a:lnTo>
                  <a:pt x="2945" y="59750"/>
                </a:lnTo>
                <a:lnTo>
                  <a:pt x="23115" y="25366"/>
                </a:lnTo>
                <a:lnTo>
                  <a:pt x="92351" y="0"/>
                </a:lnTo>
                <a:lnTo>
                  <a:pt x="131069" y="15934"/>
                </a:lnTo>
                <a:lnTo>
                  <a:pt x="93196" y="76572"/>
                </a:lnTo>
                <a:lnTo>
                  <a:pt x="83915" y="73392"/>
                </a:lnTo>
                <a:lnTo>
                  <a:pt x="75295" y="76025"/>
                </a:lnTo>
                <a:lnTo>
                  <a:pt x="69352" y="83125"/>
                </a:lnTo>
                <a:lnTo>
                  <a:pt x="68098" y="93345"/>
                </a:lnTo>
                <a:lnTo>
                  <a:pt x="0" y="103529"/>
                </a:lnTo>
                <a:close/>
              </a:path>
              <a:path w="628650" h="638810" extrusionOk="0">
                <a:moveTo>
                  <a:pt x="552400" y="412092"/>
                </a:moveTo>
                <a:lnTo>
                  <a:pt x="93196" y="76572"/>
                </a:lnTo>
                <a:lnTo>
                  <a:pt x="131069" y="15934"/>
                </a:lnTo>
                <a:lnTo>
                  <a:pt x="590272" y="351455"/>
                </a:lnTo>
                <a:lnTo>
                  <a:pt x="552400" y="412092"/>
                </a:lnTo>
                <a:close/>
              </a:path>
              <a:path w="628650" h="638810" extrusionOk="0">
                <a:moveTo>
                  <a:pt x="569512" y="514170"/>
                </a:moveTo>
                <a:lnTo>
                  <a:pt x="548421" y="443248"/>
                </a:lnTo>
                <a:lnTo>
                  <a:pt x="556183" y="437827"/>
                </a:lnTo>
                <a:lnTo>
                  <a:pt x="559630" y="429278"/>
                </a:lnTo>
                <a:lnTo>
                  <a:pt x="558468" y="419925"/>
                </a:lnTo>
                <a:lnTo>
                  <a:pt x="552400" y="412092"/>
                </a:lnTo>
                <a:lnTo>
                  <a:pt x="590272" y="351455"/>
                </a:lnTo>
                <a:lnTo>
                  <a:pt x="617729" y="383159"/>
                </a:lnTo>
                <a:lnTo>
                  <a:pt x="628589" y="421495"/>
                </a:lnTo>
                <a:lnTo>
                  <a:pt x="623645" y="460251"/>
                </a:lnTo>
                <a:lnTo>
                  <a:pt x="603688" y="493213"/>
                </a:lnTo>
                <a:lnTo>
                  <a:pt x="569512" y="514170"/>
                </a:lnTo>
                <a:close/>
              </a:path>
              <a:path w="628650" h="638810" extrusionOk="0">
                <a:moveTo>
                  <a:pt x="181392" y="636061"/>
                </a:moveTo>
                <a:lnTo>
                  <a:pt x="160303" y="565142"/>
                </a:lnTo>
                <a:lnTo>
                  <a:pt x="548421" y="443248"/>
                </a:lnTo>
                <a:lnTo>
                  <a:pt x="569512" y="514170"/>
                </a:lnTo>
                <a:lnTo>
                  <a:pt x="181392" y="636061"/>
                </a:lnTo>
                <a:close/>
              </a:path>
              <a:path w="628650" h="638810" extrusionOk="0">
                <a:moveTo>
                  <a:pt x="71083" y="560939"/>
                </a:moveTo>
                <a:lnTo>
                  <a:pt x="0" y="103529"/>
                </a:lnTo>
                <a:lnTo>
                  <a:pt x="68098" y="93345"/>
                </a:lnTo>
                <a:lnTo>
                  <a:pt x="139180" y="550757"/>
                </a:lnTo>
                <a:lnTo>
                  <a:pt x="105133" y="555846"/>
                </a:lnTo>
                <a:lnTo>
                  <a:pt x="71083" y="560939"/>
                </a:lnTo>
                <a:close/>
              </a:path>
              <a:path w="628650" h="638810" extrusionOk="0">
                <a:moveTo>
                  <a:pt x="0" y="103529"/>
                </a:moveTo>
                <a:lnTo>
                  <a:pt x="34049" y="98437"/>
                </a:lnTo>
                <a:lnTo>
                  <a:pt x="0" y="103529"/>
                </a:lnTo>
                <a:close/>
              </a:path>
              <a:path w="628650" h="638810" extrusionOk="0">
                <a:moveTo>
                  <a:pt x="163249" y="575050"/>
                </a:moveTo>
                <a:lnTo>
                  <a:pt x="146797" y="563029"/>
                </a:lnTo>
                <a:lnTo>
                  <a:pt x="153228" y="565638"/>
                </a:lnTo>
                <a:lnTo>
                  <a:pt x="160303" y="565142"/>
                </a:lnTo>
                <a:lnTo>
                  <a:pt x="163249" y="575050"/>
                </a:lnTo>
                <a:close/>
              </a:path>
              <a:path w="628650" h="638810" extrusionOk="0">
                <a:moveTo>
                  <a:pt x="105135" y="555847"/>
                </a:moveTo>
                <a:lnTo>
                  <a:pt x="139180" y="550757"/>
                </a:lnTo>
                <a:lnTo>
                  <a:pt x="105135" y="555847"/>
                </a:lnTo>
                <a:close/>
              </a:path>
              <a:path w="628650" h="638810" extrusionOk="0">
                <a:moveTo>
                  <a:pt x="110859" y="625030"/>
                </a:moveTo>
                <a:lnTo>
                  <a:pt x="84964" y="598144"/>
                </a:lnTo>
                <a:lnTo>
                  <a:pt x="71083" y="560939"/>
                </a:lnTo>
                <a:lnTo>
                  <a:pt x="139180" y="550757"/>
                </a:lnTo>
                <a:lnTo>
                  <a:pt x="141838" y="557881"/>
                </a:lnTo>
                <a:lnTo>
                  <a:pt x="146797" y="563029"/>
                </a:lnTo>
                <a:lnTo>
                  <a:pt x="163249" y="575050"/>
                </a:lnTo>
                <a:lnTo>
                  <a:pt x="181392" y="636061"/>
                </a:lnTo>
                <a:lnTo>
                  <a:pt x="144444" y="638651"/>
                </a:lnTo>
                <a:lnTo>
                  <a:pt x="110859" y="6250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1150885" y="1810998"/>
            <a:ext cx="269855" cy="300193"/>
          </a:xfrm>
          <a:custGeom>
            <a:avLst/>
            <a:gdLst/>
            <a:ahLst/>
            <a:cxnLst/>
            <a:rect l="l" t="t" r="r" b="b"/>
            <a:pathLst>
              <a:path w="593089" h="659764" extrusionOk="0">
                <a:moveTo>
                  <a:pt x="95924" y="659281"/>
                </a:moveTo>
                <a:lnTo>
                  <a:pt x="54658" y="653683"/>
                </a:lnTo>
                <a:lnTo>
                  <a:pt x="22666" y="629978"/>
                </a:lnTo>
                <a:lnTo>
                  <a:pt x="3323" y="594375"/>
                </a:lnTo>
                <a:lnTo>
                  <a:pt x="0" y="553081"/>
                </a:lnTo>
                <a:lnTo>
                  <a:pt x="16069" y="512302"/>
                </a:lnTo>
                <a:lnTo>
                  <a:pt x="71401" y="557573"/>
                </a:lnTo>
                <a:lnTo>
                  <a:pt x="68160" y="567396"/>
                </a:lnTo>
                <a:lnTo>
                  <a:pt x="70469" y="576909"/>
                </a:lnTo>
                <a:lnTo>
                  <a:pt x="77067" y="583790"/>
                </a:lnTo>
                <a:lnTo>
                  <a:pt x="86692" y="585717"/>
                </a:lnTo>
                <a:lnTo>
                  <a:pt x="91305" y="622497"/>
                </a:lnTo>
                <a:lnTo>
                  <a:pt x="95924" y="659281"/>
                </a:lnTo>
                <a:close/>
              </a:path>
              <a:path w="593089" h="659764" extrusionOk="0">
                <a:moveTo>
                  <a:pt x="404734" y="80911"/>
                </a:moveTo>
                <a:lnTo>
                  <a:pt x="71401" y="557573"/>
                </a:lnTo>
                <a:lnTo>
                  <a:pt x="16069" y="512302"/>
                </a:lnTo>
                <a:lnTo>
                  <a:pt x="349402" y="35640"/>
                </a:lnTo>
                <a:lnTo>
                  <a:pt x="404734" y="80911"/>
                </a:lnTo>
                <a:close/>
              </a:path>
              <a:path w="593089" h="659764" extrusionOk="0">
                <a:moveTo>
                  <a:pt x="500787" y="72740"/>
                </a:moveTo>
                <a:lnTo>
                  <a:pt x="433719" y="88016"/>
                </a:lnTo>
                <a:lnTo>
                  <a:pt x="429027" y="79070"/>
                </a:lnTo>
                <a:lnTo>
                  <a:pt x="421150" y="74541"/>
                </a:lnTo>
                <a:lnTo>
                  <a:pt x="412311" y="74973"/>
                </a:lnTo>
                <a:lnTo>
                  <a:pt x="404734" y="80911"/>
                </a:lnTo>
                <a:lnTo>
                  <a:pt x="349402" y="35640"/>
                </a:lnTo>
                <a:lnTo>
                  <a:pt x="380161" y="8435"/>
                </a:lnTo>
                <a:lnTo>
                  <a:pt x="416623" y="0"/>
                </a:lnTo>
                <a:lnTo>
                  <a:pt x="452844" y="8876"/>
                </a:lnTo>
                <a:lnTo>
                  <a:pt x="482880" y="33609"/>
                </a:lnTo>
                <a:lnTo>
                  <a:pt x="500787" y="72740"/>
                </a:lnTo>
                <a:close/>
              </a:path>
              <a:path w="593089" h="659764" extrusionOk="0">
                <a:moveTo>
                  <a:pt x="592051" y="497013"/>
                </a:moveTo>
                <a:lnTo>
                  <a:pt x="524984" y="512286"/>
                </a:lnTo>
                <a:lnTo>
                  <a:pt x="433719" y="88016"/>
                </a:lnTo>
                <a:lnTo>
                  <a:pt x="500787" y="72740"/>
                </a:lnTo>
                <a:lnTo>
                  <a:pt x="592051" y="497013"/>
                </a:lnTo>
                <a:close/>
              </a:path>
              <a:path w="593089" h="659764" extrusionOk="0">
                <a:moveTo>
                  <a:pt x="91307" y="622495"/>
                </a:moveTo>
                <a:lnTo>
                  <a:pt x="86692" y="585717"/>
                </a:lnTo>
                <a:lnTo>
                  <a:pt x="91307" y="622495"/>
                </a:lnTo>
                <a:close/>
              </a:path>
              <a:path w="593089" h="659764" extrusionOk="0">
                <a:moveTo>
                  <a:pt x="520520" y="606891"/>
                </a:moveTo>
                <a:lnTo>
                  <a:pt x="95924" y="659281"/>
                </a:lnTo>
                <a:lnTo>
                  <a:pt x="86692" y="585717"/>
                </a:lnTo>
                <a:lnTo>
                  <a:pt x="511288" y="533328"/>
                </a:lnTo>
                <a:lnTo>
                  <a:pt x="520520" y="606891"/>
                </a:lnTo>
                <a:close/>
              </a:path>
              <a:path w="593089" h="659764" extrusionOk="0">
                <a:moveTo>
                  <a:pt x="533598" y="510325"/>
                </a:moveTo>
                <a:lnTo>
                  <a:pt x="522525" y="526160"/>
                </a:lnTo>
                <a:lnTo>
                  <a:pt x="525103" y="519676"/>
                </a:lnTo>
                <a:lnTo>
                  <a:pt x="524984" y="512286"/>
                </a:lnTo>
                <a:lnTo>
                  <a:pt x="533598" y="510325"/>
                </a:lnTo>
                <a:close/>
              </a:path>
              <a:path w="593089" h="659764" extrusionOk="0">
                <a:moveTo>
                  <a:pt x="579192" y="569452"/>
                </a:moveTo>
                <a:lnTo>
                  <a:pt x="554273" y="594559"/>
                </a:lnTo>
                <a:lnTo>
                  <a:pt x="520520" y="606891"/>
                </a:lnTo>
                <a:lnTo>
                  <a:pt x="511288" y="533328"/>
                </a:lnTo>
                <a:lnTo>
                  <a:pt x="517752" y="530967"/>
                </a:lnTo>
                <a:lnTo>
                  <a:pt x="522525" y="526160"/>
                </a:lnTo>
                <a:lnTo>
                  <a:pt x="533598" y="510325"/>
                </a:lnTo>
                <a:lnTo>
                  <a:pt x="558522" y="504649"/>
                </a:lnTo>
                <a:lnTo>
                  <a:pt x="592051" y="497013"/>
                </a:lnTo>
                <a:lnTo>
                  <a:pt x="592658" y="535595"/>
                </a:lnTo>
                <a:lnTo>
                  <a:pt x="579192" y="569452"/>
                </a:lnTo>
                <a:close/>
              </a:path>
              <a:path w="593089" h="659764" extrusionOk="0">
                <a:moveTo>
                  <a:pt x="520520" y="606891"/>
                </a:moveTo>
                <a:lnTo>
                  <a:pt x="515902" y="570108"/>
                </a:lnTo>
                <a:lnTo>
                  <a:pt x="520520" y="6068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621176" y="917195"/>
            <a:ext cx="260033" cy="293548"/>
          </a:xfrm>
          <a:custGeom>
            <a:avLst/>
            <a:gdLst/>
            <a:ahLst/>
            <a:cxnLst/>
            <a:rect l="l" t="t" r="r" b="b"/>
            <a:pathLst>
              <a:path w="571500" h="645160" extrusionOk="0">
                <a:moveTo>
                  <a:pt x="548451" y="558337"/>
                </a:moveTo>
                <a:lnTo>
                  <a:pt x="536605" y="601069"/>
                </a:lnTo>
                <a:lnTo>
                  <a:pt x="509890" y="630770"/>
                </a:lnTo>
                <a:lnTo>
                  <a:pt x="474438" y="644982"/>
                </a:lnTo>
                <a:lnTo>
                  <a:pt x="436382" y="641246"/>
                </a:lnTo>
                <a:lnTo>
                  <a:pt x="401852" y="617106"/>
                </a:lnTo>
                <a:lnTo>
                  <a:pt x="451838" y="565992"/>
                </a:lnTo>
                <a:lnTo>
                  <a:pt x="460254" y="571141"/>
                </a:lnTo>
                <a:lnTo>
                  <a:pt x="469267" y="570369"/>
                </a:lnTo>
                <a:lnTo>
                  <a:pt x="476584" y="564595"/>
                </a:lnTo>
                <a:lnTo>
                  <a:pt x="479911" y="554738"/>
                </a:lnTo>
                <a:lnTo>
                  <a:pt x="548451" y="558337"/>
                </a:lnTo>
                <a:close/>
              </a:path>
              <a:path w="571500" h="645160" extrusionOk="0">
                <a:moveTo>
                  <a:pt x="72017" y="131270"/>
                </a:moveTo>
                <a:lnTo>
                  <a:pt x="451838" y="565992"/>
                </a:lnTo>
                <a:lnTo>
                  <a:pt x="401852" y="617106"/>
                </a:lnTo>
                <a:lnTo>
                  <a:pt x="22031" y="182384"/>
                </a:lnTo>
                <a:lnTo>
                  <a:pt x="72017" y="131270"/>
                </a:lnTo>
                <a:close/>
              </a:path>
              <a:path w="571500" h="645160" extrusionOk="0">
                <a:moveTo>
                  <a:pt x="78869" y="27526"/>
                </a:moveTo>
                <a:lnTo>
                  <a:pt x="82900" y="101615"/>
                </a:lnTo>
                <a:lnTo>
                  <a:pt x="74061" y="105125"/>
                </a:lnTo>
                <a:lnTo>
                  <a:pt x="68750" y="112738"/>
                </a:lnTo>
                <a:lnTo>
                  <a:pt x="67792" y="122204"/>
                </a:lnTo>
                <a:lnTo>
                  <a:pt x="72017" y="131270"/>
                </a:lnTo>
                <a:lnTo>
                  <a:pt x="22031" y="182384"/>
                </a:lnTo>
                <a:lnTo>
                  <a:pt x="2081" y="145053"/>
                </a:lnTo>
                <a:lnTo>
                  <a:pt x="0" y="104880"/>
                </a:lnTo>
                <a:lnTo>
                  <a:pt x="13577" y="67887"/>
                </a:lnTo>
                <a:lnTo>
                  <a:pt x="40603" y="40095"/>
                </a:lnTo>
                <a:lnTo>
                  <a:pt x="78869" y="27526"/>
                </a:lnTo>
                <a:close/>
              </a:path>
              <a:path w="571500" h="645160" extrusionOk="0">
                <a:moveTo>
                  <a:pt x="481311" y="0"/>
                </a:moveTo>
                <a:lnTo>
                  <a:pt x="485342" y="74089"/>
                </a:lnTo>
                <a:lnTo>
                  <a:pt x="82900" y="101615"/>
                </a:lnTo>
                <a:lnTo>
                  <a:pt x="78869" y="27526"/>
                </a:lnTo>
                <a:lnTo>
                  <a:pt x="481311" y="0"/>
                </a:lnTo>
                <a:close/>
              </a:path>
              <a:path w="571500" h="645160" extrusionOk="0">
                <a:moveTo>
                  <a:pt x="571076" y="96084"/>
                </a:moveTo>
                <a:lnTo>
                  <a:pt x="548451" y="558337"/>
                </a:lnTo>
                <a:lnTo>
                  <a:pt x="479911" y="554738"/>
                </a:lnTo>
                <a:lnTo>
                  <a:pt x="502532" y="92487"/>
                </a:lnTo>
                <a:lnTo>
                  <a:pt x="571076" y="96084"/>
                </a:lnTo>
                <a:close/>
              </a:path>
              <a:path w="571500" h="645160" extrusionOk="0">
                <a:moveTo>
                  <a:pt x="484809" y="64287"/>
                </a:moveTo>
                <a:lnTo>
                  <a:pt x="497760" y="79111"/>
                </a:lnTo>
                <a:lnTo>
                  <a:pt x="492185" y="75210"/>
                </a:lnTo>
                <a:lnTo>
                  <a:pt x="485342" y="74089"/>
                </a:lnTo>
                <a:lnTo>
                  <a:pt x="484809" y="64287"/>
                </a:lnTo>
                <a:close/>
              </a:path>
              <a:path w="571500" h="645160" extrusionOk="0">
                <a:moveTo>
                  <a:pt x="546151" y="26234"/>
                </a:moveTo>
                <a:lnTo>
                  <a:pt x="565286" y="57509"/>
                </a:lnTo>
                <a:lnTo>
                  <a:pt x="571076" y="96084"/>
                </a:lnTo>
                <a:lnTo>
                  <a:pt x="502532" y="92487"/>
                </a:lnTo>
                <a:lnTo>
                  <a:pt x="501424" y="85100"/>
                </a:lnTo>
                <a:lnTo>
                  <a:pt x="497760" y="79111"/>
                </a:lnTo>
                <a:lnTo>
                  <a:pt x="484809" y="64287"/>
                </a:lnTo>
                <a:lnTo>
                  <a:pt x="481311" y="0"/>
                </a:lnTo>
                <a:lnTo>
                  <a:pt x="517037" y="5862"/>
                </a:lnTo>
                <a:lnTo>
                  <a:pt x="546151" y="26234"/>
                </a:lnTo>
                <a:close/>
              </a:path>
              <a:path w="571500" h="645160" extrusionOk="0">
                <a:moveTo>
                  <a:pt x="571076" y="96084"/>
                </a:moveTo>
                <a:lnTo>
                  <a:pt x="536802" y="94287"/>
                </a:lnTo>
                <a:lnTo>
                  <a:pt x="571076" y="96084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2631961" y="4237382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40" h="813434" extrusionOk="0">
                <a:moveTo>
                  <a:pt x="46338" y="211329"/>
                </a:moveTo>
                <a:lnTo>
                  <a:pt x="71574" y="168118"/>
                </a:lnTo>
                <a:lnTo>
                  <a:pt x="100899" y="129487"/>
                </a:lnTo>
                <a:lnTo>
                  <a:pt x="133834" y="95588"/>
                </a:lnTo>
                <a:lnTo>
                  <a:pt x="169903" y="66570"/>
                </a:lnTo>
                <a:lnTo>
                  <a:pt x="208627" y="42585"/>
                </a:lnTo>
                <a:lnTo>
                  <a:pt x="249527" y="23784"/>
                </a:lnTo>
                <a:lnTo>
                  <a:pt x="292125" y="10319"/>
                </a:lnTo>
                <a:lnTo>
                  <a:pt x="335943" y="2341"/>
                </a:lnTo>
                <a:lnTo>
                  <a:pt x="380504" y="0"/>
                </a:lnTo>
                <a:lnTo>
                  <a:pt x="425327" y="3447"/>
                </a:lnTo>
                <a:lnTo>
                  <a:pt x="469936" y="12835"/>
                </a:lnTo>
                <a:lnTo>
                  <a:pt x="513853" y="28314"/>
                </a:lnTo>
                <a:lnTo>
                  <a:pt x="556598" y="50034"/>
                </a:lnTo>
                <a:lnTo>
                  <a:pt x="596529" y="77313"/>
                </a:lnTo>
                <a:lnTo>
                  <a:pt x="632224" y="109018"/>
                </a:lnTo>
                <a:lnTo>
                  <a:pt x="663544" y="144631"/>
                </a:lnTo>
                <a:lnTo>
                  <a:pt x="690350" y="183636"/>
                </a:lnTo>
                <a:lnTo>
                  <a:pt x="712502" y="225515"/>
                </a:lnTo>
                <a:lnTo>
                  <a:pt x="729861" y="269751"/>
                </a:lnTo>
                <a:lnTo>
                  <a:pt x="742287" y="315828"/>
                </a:lnTo>
                <a:lnTo>
                  <a:pt x="749640" y="363227"/>
                </a:lnTo>
                <a:lnTo>
                  <a:pt x="751782" y="411431"/>
                </a:lnTo>
                <a:lnTo>
                  <a:pt x="748573" y="459924"/>
                </a:lnTo>
                <a:lnTo>
                  <a:pt x="739873" y="508187"/>
                </a:lnTo>
                <a:lnTo>
                  <a:pt x="725542" y="555705"/>
                </a:lnTo>
                <a:lnTo>
                  <a:pt x="705442" y="601959"/>
                </a:lnTo>
                <a:lnTo>
                  <a:pt x="680207" y="645169"/>
                </a:lnTo>
                <a:lnTo>
                  <a:pt x="650882" y="683800"/>
                </a:lnTo>
                <a:lnTo>
                  <a:pt x="617947" y="717700"/>
                </a:lnTo>
                <a:lnTo>
                  <a:pt x="581878" y="746718"/>
                </a:lnTo>
                <a:lnTo>
                  <a:pt x="562240" y="758882"/>
                </a:lnTo>
                <a:lnTo>
                  <a:pt x="656468" y="572934"/>
                </a:lnTo>
                <a:lnTo>
                  <a:pt x="676161" y="526265"/>
                </a:lnTo>
                <a:lnTo>
                  <a:pt x="689023" y="478205"/>
                </a:lnTo>
                <a:lnTo>
                  <a:pt x="695251" y="429482"/>
                </a:lnTo>
                <a:lnTo>
                  <a:pt x="695040" y="380823"/>
                </a:lnTo>
                <a:lnTo>
                  <a:pt x="688586" y="332953"/>
                </a:lnTo>
                <a:lnTo>
                  <a:pt x="676086" y="286600"/>
                </a:lnTo>
                <a:lnTo>
                  <a:pt x="657734" y="242491"/>
                </a:lnTo>
                <a:lnTo>
                  <a:pt x="633728" y="201353"/>
                </a:lnTo>
                <a:lnTo>
                  <a:pt x="604264" y="163912"/>
                </a:lnTo>
                <a:lnTo>
                  <a:pt x="569537" y="130895"/>
                </a:lnTo>
                <a:lnTo>
                  <a:pt x="529743" y="103030"/>
                </a:lnTo>
                <a:lnTo>
                  <a:pt x="486614" y="81750"/>
                </a:lnTo>
                <a:lnTo>
                  <a:pt x="442197" y="67860"/>
                </a:lnTo>
                <a:lnTo>
                  <a:pt x="397162" y="61147"/>
                </a:lnTo>
                <a:lnTo>
                  <a:pt x="352182" y="61400"/>
                </a:lnTo>
                <a:lnTo>
                  <a:pt x="307930" y="68406"/>
                </a:lnTo>
                <a:lnTo>
                  <a:pt x="265077" y="81952"/>
                </a:lnTo>
                <a:lnTo>
                  <a:pt x="224294" y="101827"/>
                </a:lnTo>
                <a:lnTo>
                  <a:pt x="186255" y="127817"/>
                </a:lnTo>
                <a:lnTo>
                  <a:pt x="151631" y="159710"/>
                </a:lnTo>
                <a:lnTo>
                  <a:pt x="121095" y="197294"/>
                </a:lnTo>
                <a:lnTo>
                  <a:pt x="95317" y="240357"/>
                </a:lnTo>
                <a:lnTo>
                  <a:pt x="1086" y="426312"/>
                </a:lnTo>
                <a:lnTo>
                  <a:pt x="0" y="401857"/>
                </a:lnTo>
                <a:lnTo>
                  <a:pt x="3209" y="353364"/>
                </a:lnTo>
                <a:lnTo>
                  <a:pt x="11908" y="305100"/>
                </a:lnTo>
                <a:lnTo>
                  <a:pt x="26238" y="257583"/>
                </a:lnTo>
                <a:lnTo>
                  <a:pt x="46338" y="211329"/>
                </a:lnTo>
                <a:close/>
              </a:path>
              <a:path w="751840" h="813434" extrusionOk="0">
                <a:moveTo>
                  <a:pt x="1086" y="426312"/>
                </a:moveTo>
                <a:lnTo>
                  <a:pt x="95317" y="240357"/>
                </a:lnTo>
                <a:lnTo>
                  <a:pt x="75624" y="287026"/>
                </a:lnTo>
                <a:lnTo>
                  <a:pt x="62762" y="335085"/>
                </a:lnTo>
                <a:lnTo>
                  <a:pt x="56534" y="383808"/>
                </a:lnTo>
                <a:lnTo>
                  <a:pt x="56745" y="432468"/>
                </a:lnTo>
                <a:lnTo>
                  <a:pt x="63198" y="480338"/>
                </a:lnTo>
                <a:lnTo>
                  <a:pt x="75698" y="526691"/>
                </a:lnTo>
                <a:lnTo>
                  <a:pt x="94049" y="570800"/>
                </a:lnTo>
                <a:lnTo>
                  <a:pt x="118054" y="611938"/>
                </a:lnTo>
                <a:lnTo>
                  <a:pt x="147517" y="649378"/>
                </a:lnTo>
                <a:lnTo>
                  <a:pt x="182243" y="682394"/>
                </a:lnTo>
                <a:lnTo>
                  <a:pt x="222035" y="710258"/>
                </a:lnTo>
                <a:lnTo>
                  <a:pt x="265165" y="731539"/>
                </a:lnTo>
                <a:lnTo>
                  <a:pt x="309584" y="745430"/>
                </a:lnTo>
                <a:lnTo>
                  <a:pt x="354620" y="752143"/>
                </a:lnTo>
                <a:lnTo>
                  <a:pt x="399600" y="751891"/>
                </a:lnTo>
                <a:lnTo>
                  <a:pt x="443854" y="744885"/>
                </a:lnTo>
                <a:lnTo>
                  <a:pt x="486707" y="731339"/>
                </a:lnTo>
                <a:lnTo>
                  <a:pt x="527490" y="711464"/>
                </a:lnTo>
                <a:lnTo>
                  <a:pt x="565529" y="685474"/>
                </a:lnTo>
                <a:lnTo>
                  <a:pt x="600153" y="653581"/>
                </a:lnTo>
                <a:lnTo>
                  <a:pt x="630690" y="615996"/>
                </a:lnTo>
                <a:lnTo>
                  <a:pt x="656468" y="572934"/>
                </a:lnTo>
                <a:lnTo>
                  <a:pt x="562240" y="758882"/>
                </a:lnTo>
                <a:lnTo>
                  <a:pt x="502255" y="789504"/>
                </a:lnTo>
                <a:lnTo>
                  <a:pt x="459657" y="802969"/>
                </a:lnTo>
                <a:lnTo>
                  <a:pt x="415839" y="810948"/>
                </a:lnTo>
                <a:lnTo>
                  <a:pt x="371279" y="813289"/>
                </a:lnTo>
                <a:lnTo>
                  <a:pt x="326455" y="809841"/>
                </a:lnTo>
                <a:lnTo>
                  <a:pt x="281845" y="800453"/>
                </a:lnTo>
                <a:lnTo>
                  <a:pt x="237927" y="784974"/>
                </a:lnTo>
                <a:lnTo>
                  <a:pt x="195181" y="763253"/>
                </a:lnTo>
                <a:lnTo>
                  <a:pt x="155252" y="735975"/>
                </a:lnTo>
                <a:lnTo>
                  <a:pt x="119557" y="704271"/>
                </a:lnTo>
                <a:lnTo>
                  <a:pt x="88238" y="668658"/>
                </a:lnTo>
                <a:lnTo>
                  <a:pt x="61432" y="629653"/>
                </a:lnTo>
                <a:lnTo>
                  <a:pt x="39280" y="587773"/>
                </a:lnTo>
                <a:lnTo>
                  <a:pt x="21922" y="543537"/>
                </a:lnTo>
                <a:lnTo>
                  <a:pt x="9496" y="497460"/>
                </a:lnTo>
                <a:lnTo>
                  <a:pt x="2142" y="450061"/>
                </a:lnTo>
                <a:lnTo>
                  <a:pt x="1086" y="426312"/>
                </a:lnTo>
                <a:close/>
              </a:path>
            </a:pathLst>
          </a:custGeom>
          <a:solidFill>
            <a:srgbClr val="FFFFFF">
              <a:alpha val="662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612089" y="2741213"/>
            <a:ext cx="249631" cy="270145"/>
          </a:xfrm>
          <a:custGeom>
            <a:avLst/>
            <a:gdLst/>
            <a:ahLst/>
            <a:cxnLst/>
            <a:rect l="l" t="t" r="r" b="b"/>
            <a:pathLst>
              <a:path w="548639" h="593725" extrusionOk="0">
                <a:moveTo>
                  <a:pt x="33768" y="154196"/>
                </a:moveTo>
                <a:lnTo>
                  <a:pt x="58312" y="113841"/>
                </a:lnTo>
                <a:lnTo>
                  <a:pt x="87723" y="79190"/>
                </a:lnTo>
                <a:lnTo>
                  <a:pt x="121235" y="50487"/>
                </a:lnTo>
                <a:lnTo>
                  <a:pt x="158080" y="27974"/>
                </a:lnTo>
                <a:lnTo>
                  <a:pt x="197492" y="11894"/>
                </a:lnTo>
                <a:lnTo>
                  <a:pt x="238705" y="2488"/>
                </a:lnTo>
                <a:lnTo>
                  <a:pt x="280950" y="0"/>
                </a:lnTo>
                <a:lnTo>
                  <a:pt x="323462" y="4671"/>
                </a:lnTo>
                <a:lnTo>
                  <a:pt x="365474" y="16744"/>
                </a:lnTo>
                <a:lnTo>
                  <a:pt x="406218" y="36462"/>
                </a:lnTo>
                <a:lnTo>
                  <a:pt x="443510" y="62994"/>
                </a:lnTo>
                <a:lnTo>
                  <a:pt x="475525" y="94794"/>
                </a:lnTo>
                <a:lnTo>
                  <a:pt x="502041" y="131033"/>
                </a:lnTo>
                <a:lnTo>
                  <a:pt x="522833" y="170882"/>
                </a:lnTo>
                <a:lnTo>
                  <a:pt x="537677" y="213511"/>
                </a:lnTo>
                <a:lnTo>
                  <a:pt x="546351" y="258090"/>
                </a:lnTo>
                <a:lnTo>
                  <a:pt x="548630" y="303791"/>
                </a:lnTo>
                <a:lnTo>
                  <a:pt x="544290" y="349783"/>
                </a:lnTo>
                <a:lnTo>
                  <a:pt x="533109" y="395238"/>
                </a:lnTo>
                <a:lnTo>
                  <a:pt x="514862" y="439326"/>
                </a:lnTo>
                <a:lnTo>
                  <a:pt x="490318" y="479682"/>
                </a:lnTo>
                <a:lnTo>
                  <a:pt x="460907" y="514332"/>
                </a:lnTo>
                <a:lnTo>
                  <a:pt x="427395" y="543035"/>
                </a:lnTo>
                <a:lnTo>
                  <a:pt x="410635" y="553275"/>
                </a:lnTo>
                <a:lnTo>
                  <a:pt x="479114" y="418139"/>
                </a:lnTo>
                <a:lnTo>
                  <a:pt x="497586" y="371010"/>
                </a:lnTo>
                <a:lnTo>
                  <a:pt x="506733" y="322338"/>
                </a:lnTo>
                <a:lnTo>
                  <a:pt x="506926" y="273502"/>
                </a:lnTo>
                <a:lnTo>
                  <a:pt x="498539" y="225882"/>
                </a:lnTo>
                <a:lnTo>
                  <a:pt x="481942" y="180858"/>
                </a:lnTo>
                <a:lnTo>
                  <a:pt x="457508" y="139807"/>
                </a:lnTo>
                <a:lnTo>
                  <a:pt x="425609" y="104110"/>
                </a:lnTo>
                <a:lnTo>
                  <a:pt x="386616" y="75145"/>
                </a:lnTo>
                <a:lnTo>
                  <a:pt x="343059" y="55185"/>
                </a:lnTo>
                <a:lnTo>
                  <a:pt x="298072" y="45314"/>
                </a:lnTo>
                <a:lnTo>
                  <a:pt x="252929" y="45129"/>
                </a:lnTo>
                <a:lnTo>
                  <a:pt x="208906" y="54226"/>
                </a:lnTo>
                <a:lnTo>
                  <a:pt x="167277" y="72203"/>
                </a:lnTo>
                <a:lnTo>
                  <a:pt x="129319" y="98656"/>
                </a:lnTo>
                <a:lnTo>
                  <a:pt x="96305" y="133183"/>
                </a:lnTo>
                <a:lnTo>
                  <a:pt x="69512" y="175381"/>
                </a:lnTo>
                <a:lnTo>
                  <a:pt x="1036" y="310510"/>
                </a:lnTo>
                <a:lnTo>
                  <a:pt x="0" y="289731"/>
                </a:lnTo>
                <a:lnTo>
                  <a:pt x="4339" y="243739"/>
                </a:lnTo>
                <a:lnTo>
                  <a:pt x="15521" y="198284"/>
                </a:lnTo>
                <a:lnTo>
                  <a:pt x="33768" y="154196"/>
                </a:lnTo>
                <a:close/>
              </a:path>
              <a:path w="548639" h="593725" extrusionOk="0">
                <a:moveTo>
                  <a:pt x="1036" y="310510"/>
                </a:moveTo>
                <a:lnTo>
                  <a:pt x="69512" y="175381"/>
                </a:lnTo>
                <a:lnTo>
                  <a:pt x="51040" y="222510"/>
                </a:lnTo>
                <a:lnTo>
                  <a:pt x="41893" y="271182"/>
                </a:lnTo>
                <a:lnTo>
                  <a:pt x="41699" y="320018"/>
                </a:lnTo>
                <a:lnTo>
                  <a:pt x="50087" y="367638"/>
                </a:lnTo>
                <a:lnTo>
                  <a:pt x="66684" y="412663"/>
                </a:lnTo>
                <a:lnTo>
                  <a:pt x="91119" y="453714"/>
                </a:lnTo>
                <a:lnTo>
                  <a:pt x="123019" y="489411"/>
                </a:lnTo>
                <a:lnTo>
                  <a:pt x="162012" y="518376"/>
                </a:lnTo>
                <a:lnTo>
                  <a:pt x="205568" y="538336"/>
                </a:lnTo>
                <a:lnTo>
                  <a:pt x="250555" y="548207"/>
                </a:lnTo>
                <a:lnTo>
                  <a:pt x="295697" y="548392"/>
                </a:lnTo>
                <a:lnTo>
                  <a:pt x="339720" y="539294"/>
                </a:lnTo>
                <a:lnTo>
                  <a:pt x="381348" y="521317"/>
                </a:lnTo>
                <a:lnTo>
                  <a:pt x="419307" y="494864"/>
                </a:lnTo>
                <a:lnTo>
                  <a:pt x="452321" y="460337"/>
                </a:lnTo>
                <a:lnTo>
                  <a:pt x="479114" y="418139"/>
                </a:lnTo>
                <a:lnTo>
                  <a:pt x="410635" y="553275"/>
                </a:lnTo>
                <a:lnTo>
                  <a:pt x="390549" y="565548"/>
                </a:lnTo>
                <a:lnTo>
                  <a:pt x="351137" y="581628"/>
                </a:lnTo>
                <a:lnTo>
                  <a:pt x="309924" y="591034"/>
                </a:lnTo>
                <a:lnTo>
                  <a:pt x="267678" y="593522"/>
                </a:lnTo>
                <a:lnTo>
                  <a:pt x="225166" y="588851"/>
                </a:lnTo>
                <a:lnTo>
                  <a:pt x="183154" y="576777"/>
                </a:lnTo>
                <a:lnTo>
                  <a:pt x="142410" y="557059"/>
                </a:lnTo>
                <a:lnTo>
                  <a:pt x="105118" y="530527"/>
                </a:lnTo>
                <a:lnTo>
                  <a:pt x="73103" y="498727"/>
                </a:lnTo>
                <a:lnTo>
                  <a:pt x="46588" y="462488"/>
                </a:lnTo>
                <a:lnTo>
                  <a:pt x="25796" y="422640"/>
                </a:lnTo>
                <a:lnTo>
                  <a:pt x="10952" y="380011"/>
                </a:lnTo>
                <a:lnTo>
                  <a:pt x="2278" y="335432"/>
                </a:lnTo>
                <a:lnTo>
                  <a:pt x="1036" y="3105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0" y="4022352"/>
            <a:ext cx="200803" cy="370112"/>
          </a:xfrm>
          <a:custGeom>
            <a:avLst/>
            <a:gdLst/>
            <a:ahLst/>
            <a:cxnLst/>
            <a:rect l="l" t="t" r="r" b="b"/>
            <a:pathLst>
              <a:path w="441325" h="813434" extrusionOk="0">
                <a:moveTo>
                  <a:pt x="0" y="6902"/>
                </a:moveTo>
                <a:lnTo>
                  <a:pt x="25053" y="2341"/>
                </a:lnTo>
                <a:lnTo>
                  <a:pt x="69613" y="0"/>
                </a:lnTo>
                <a:lnTo>
                  <a:pt x="114437" y="3447"/>
                </a:lnTo>
                <a:lnTo>
                  <a:pt x="159046" y="12835"/>
                </a:lnTo>
                <a:lnTo>
                  <a:pt x="202963" y="28314"/>
                </a:lnTo>
                <a:lnTo>
                  <a:pt x="245708" y="50034"/>
                </a:lnTo>
                <a:lnTo>
                  <a:pt x="285639" y="77313"/>
                </a:lnTo>
                <a:lnTo>
                  <a:pt x="321334" y="109018"/>
                </a:lnTo>
                <a:lnTo>
                  <a:pt x="352654" y="144631"/>
                </a:lnTo>
                <a:lnTo>
                  <a:pt x="379460" y="183636"/>
                </a:lnTo>
                <a:lnTo>
                  <a:pt x="401612" y="225515"/>
                </a:lnTo>
                <a:lnTo>
                  <a:pt x="418971" y="269751"/>
                </a:lnTo>
                <a:lnTo>
                  <a:pt x="431397" y="315828"/>
                </a:lnTo>
                <a:lnTo>
                  <a:pt x="438750" y="363227"/>
                </a:lnTo>
                <a:lnTo>
                  <a:pt x="440892" y="411431"/>
                </a:lnTo>
                <a:lnTo>
                  <a:pt x="437683" y="459924"/>
                </a:lnTo>
                <a:lnTo>
                  <a:pt x="428983" y="508187"/>
                </a:lnTo>
                <a:lnTo>
                  <a:pt x="414652" y="555705"/>
                </a:lnTo>
                <a:lnTo>
                  <a:pt x="394552" y="601959"/>
                </a:lnTo>
                <a:lnTo>
                  <a:pt x="369317" y="645169"/>
                </a:lnTo>
                <a:lnTo>
                  <a:pt x="339992" y="683800"/>
                </a:lnTo>
                <a:lnTo>
                  <a:pt x="307057" y="717700"/>
                </a:lnTo>
                <a:lnTo>
                  <a:pt x="270988" y="746718"/>
                </a:lnTo>
                <a:lnTo>
                  <a:pt x="251350" y="758882"/>
                </a:lnTo>
                <a:lnTo>
                  <a:pt x="345578" y="572933"/>
                </a:lnTo>
                <a:lnTo>
                  <a:pt x="365271" y="526265"/>
                </a:lnTo>
                <a:lnTo>
                  <a:pt x="378133" y="478205"/>
                </a:lnTo>
                <a:lnTo>
                  <a:pt x="384361" y="429482"/>
                </a:lnTo>
                <a:lnTo>
                  <a:pt x="384150" y="380823"/>
                </a:lnTo>
                <a:lnTo>
                  <a:pt x="377696" y="332953"/>
                </a:lnTo>
                <a:lnTo>
                  <a:pt x="365195" y="286600"/>
                </a:lnTo>
                <a:lnTo>
                  <a:pt x="346844" y="242491"/>
                </a:lnTo>
                <a:lnTo>
                  <a:pt x="322838" y="201353"/>
                </a:lnTo>
                <a:lnTo>
                  <a:pt x="293374" y="163912"/>
                </a:lnTo>
                <a:lnTo>
                  <a:pt x="258647" y="130895"/>
                </a:lnTo>
                <a:lnTo>
                  <a:pt x="218853" y="103030"/>
                </a:lnTo>
                <a:lnTo>
                  <a:pt x="175724" y="81750"/>
                </a:lnTo>
                <a:lnTo>
                  <a:pt x="131307" y="67860"/>
                </a:lnTo>
                <a:lnTo>
                  <a:pt x="86272" y="61147"/>
                </a:lnTo>
                <a:lnTo>
                  <a:pt x="41292" y="61400"/>
                </a:lnTo>
                <a:lnTo>
                  <a:pt x="0" y="67937"/>
                </a:lnTo>
                <a:lnTo>
                  <a:pt x="0" y="6902"/>
                </a:lnTo>
                <a:close/>
              </a:path>
              <a:path w="441325" h="813434" extrusionOk="0">
                <a:moveTo>
                  <a:pt x="0" y="745625"/>
                </a:moveTo>
                <a:lnTo>
                  <a:pt x="43730" y="752143"/>
                </a:lnTo>
                <a:lnTo>
                  <a:pt x="88710" y="751891"/>
                </a:lnTo>
                <a:lnTo>
                  <a:pt x="132963" y="744885"/>
                </a:lnTo>
                <a:lnTo>
                  <a:pt x="175817" y="731339"/>
                </a:lnTo>
                <a:lnTo>
                  <a:pt x="216600" y="711464"/>
                </a:lnTo>
                <a:lnTo>
                  <a:pt x="254639" y="685474"/>
                </a:lnTo>
                <a:lnTo>
                  <a:pt x="289263" y="653581"/>
                </a:lnTo>
                <a:lnTo>
                  <a:pt x="319800" y="615996"/>
                </a:lnTo>
                <a:lnTo>
                  <a:pt x="345578" y="572933"/>
                </a:lnTo>
                <a:lnTo>
                  <a:pt x="251350" y="758882"/>
                </a:lnTo>
                <a:lnTo>
                  <a:pt x="191365" y="789504"/>
                </a:lnTo>
                <a:lnTo>
                  <a:pt x="148767" y="802969"/>
                </a:lnTo>
                <a:lnTo>
                  <a:pt x="104949" y="810948"/>
                </a:lnTo>
                <a:lnTo>
                  <a:pt x="60389" y="813289"/>
                </a:lnTo>
                <a:lnTo>
                  <a:pt x="15564" y="809841"/>
                </a:lnTo>
                <a:lnTo>
                  <a:pt x="0" y="806566"/>
                </a:lnTo>
                <a:lnTo>
                  <a:pt x="0" y="7456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1370891" y="4496794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39" h="813434" extrusionOk="0">
                <a:moveTo>
                  <a:pt x="46338" y="211329"/>
                </a:moveTo>
                <a:lnTo>
                  <a:pt x="71574" y="168118"/>
                </a:lnTo>
                <a:lnTo>
                  <a:pt x="100899" y="129487"/>
                </a:lnTo>
                <a:lnTo>
                  <a:pt x="133834" y="95588"/>
                </a:lnTo>
                <a:lnTo>
                  <a:pt x="169903" y="66570"/>
                </a:lnTo>
                <a:lnTo>
                  <a:pt x="208627" y="42585"/>
                </a:lnTo>
                <a:lnTo>
                  <a:pt x="249527" y="23784"/>
                </a:lnTo>
                <a:lnTo>
                  <a:pt x="292125" y="10319"/>
                </a:lnTo>
                <a:lnTo>
                  <a:pt x="335943" y="2341"/>
                </a:lnTo>
                <a:lnTo>
                  <a:pt x="380504" y="0"/>
                </a:lnTo>
                <a:lnTo>
                  <a:pt x="425327" y="3447"/>
                </a:lnTo>
                <a:lnTo>
                  <a:pt x="469936" y="12835"/>
                </a:lnTo>
                <a:lnTo>
                  <a:pt x="513853" y="28314"/>
                </a:lnTo>
                <a:lnTo>
                  <a:pt x="556598" y="50034"/>
                </a:lnTo>
                <a:lnTo>
                  <a:pt x="596529" y="77313"/>
                </a:lnTo>
                <a:lnTo>
                  <a:pt x="632224" y="109018"/>
                </a:lnTo>
                <a:lnTo>
                  <a:pt x="663544" y="144631"/>
                </a:lnTo>
                <a:lnTo>
                  <a:pt x="690350" y="183636"/>
                </a:lnTo>
                <a:lnTo>
                  <a:pt x="712502" y="225515"/>
                </a:lnTo>
                <a:lnTo>
                  <a:pt x="729861" y="269751"/>
                </a:lnTo>
                <a:lnTo>
                  <a:pt x="742287" y="315828"/>
                </a:lnTo>
                <a:lnTo>
                  <a:pt x="749640" y="363227"/>
                </a:lnTo>
                <a:lnTo>
                  <a:pt x="751782" y="411431"/>
                </a:lnTo>
                <a:lnTo>
                  <a:pt x="748573" y="459924"/>
                </a:lnTo>
                <a:lnTo>
                  <a:pt x="739873" y="508187"/>
                </a:lnTo>
                <a:lnTo>
                  <a:pt x="725542" y="555705"/>
                </a:lnTo>
                <a:lnTo>
                  <a:pt x="705442" y="601959"/>
                </a:lnTo>
                <a:lnTo>
                  <a:pt x="680207" y="645169"/>
                </a:lnTo>
                <a:lnTo>
                  <a:pt x="650882" y="683800"/>
                </a:lnTo>
                <a:lnTo>
                  <a:pt x="617947" y="717700"/>
                </a:lnTo>
                <a:lnTo>
                  <a:pt x="581878" y="746718"/>
                </a:lnTo>
                <a:lnTo>
                  <a:pt x="562240" y="758882"/>
                </a:lnTo>
                <a:lnTo>
                  <a:pt x="656468" y="572934"/>
                </a:lnTo>
                <a:lnTo>
                  <a:pt x="676161" y="526265"/>
                </a:lnTo>
                <a:lnTo>
                  <a:pt x="689023" y="478205"/>
                </a:lnTo>
                <a:lnTo>
                  <a:pt x="695251" y="429482"/>
                </a:lnTo>
                <a:lnTo>
                  <a:pt x="695040" y="380823"/>
                </a:lnTo>
                <a:lnTo>
                  <a:pt x="688586" y="332953"/>
                </a:lnTo>
                <a:lnTo>
                  <a:pt x="676086" y="286600"/>
                </a:lnTo>
                <a:lnTo>
                  <a:pt x="657734" y="242491"/>
                </a:lnTo>
                <a:lnTo>
                  <a:pt x="633728" y="201353"/>
                </a:lnTo>
                <a:lnTo>
                  <a:pt x="604264" y="163912"/>
                </a:lnTo>
                <a:lnTo>
                  <a:pt x="569537" y="130895"/>
                </a:lnTo>
                <a:lnTo>
                  <a:pt x="529743" y="103030"/>
                </a:lnTo>
                <a:lnTo>
                  <a:pt x="486614" y="81750"/>
                </a:lnTo>
                <a:lnTo>
                  <a:pt x="442197" y="67860"/>
                </a:lnTo>
                <a:lnTo>
                  <a:pt x="397162" y="61147"/>
                </a:lnTo>
                <a:lnTo>
                  <a:pt x="352182" y="61400"/>
                </a:lnTo>
                <a:lnTo>
                  <a:pt x="307930" y="68406"/>
                </a:lnTo>
                <a:lnTo>
                  <a:pt x="265077" y="81952"/>
                </a:lnTo>
                <a:lnTo>
                  <a:pt x="224294" y="101827"/>
                </a:lnTo>
                <a:lnTo>
                  <a:pt x="186255" y="127817"/>
                </a:lnTo>
                <a:lnTo>
                  <a:pt x="151631" y="159710"/>
                </a:lnTo>
                <a:lnTo>
                  <a:pt x="121095" y="197294"/>
                </a:lnTo>
                <a:lnTo>
                  <a:pt x="95317" y="240357"/>
                </a:lnTo>
                <a:lnTo>
                  <a:pt x="1086" y="426312"/>
                </a:lnTo>
                <a:lnTo>
                  <a:pt x="0" y="401857"/>
                </a:lnTo>
                <a:lnTo>
                  <a:pt x="3209" y="353364"/>
                </a:lnTo>
                <a:lnTo>
                  <a:pt x="11908" y="305100"/>
                </a:lnTo>
                <a:lnTo>
                  <a:pt x="26238" y="257583"/>
                </a:lnTo>
                <a:lnTo>
                  <a:pt x="46338" y="211329"/>
                </a:lnTo>
                <a:close/>
              </a:path>
              <a:path w="751839" h="813434" extrusionOk="0">
                <a:moveTo>
                  <a:pt x="1086" y="426312"/>
                </a:moveTo>
                <a:lnTo>
                  <a:pt x="95317" y="240357"/>
                </a:lnTo>
                <a:lnTo>
                  <a:pt x="75624" y="287026"/>
                </a:lnTo>
                <a:lnTo>
                  <a:pt x="62762" y="335085"/>
                </a:lnTo>
                <a:lnTo>
                  <a:pt x="56534" y="383808"/>
                </a:lnTo>
                <a:lnTo>
                  <a:pt x="56745" y="432468"/>
                </a:lnTo>
                <a:lnTo>
                  <a:pt x="63198" y="480338"/>
                </a:lnTo>
                <a:lnTo>
                  <a:pt x="75698" y="526691"/>
                </a:lnTo>
                <a:lnTo>
                  <a:pt x="94049" y="570800"/>
                </a:lnTo>
                <a:lnTo>
                  <a:pt x="118054" y="611938"/>
                </a:lnTo>
                <a:lnTo>
                  <a:pt x="147517" y="649378"/>
                </a:lnTo>
                <a:lnTo>
                  <a:pt x="182243" y="682394"/>
                </a:lnTo>
                <a:lnTo>
                  <a:pt x="222035" y="710258"/>
                </a:lnTo>
                <a:lnTo>
                  <a:pt x="265165" y="731539"/>
                </a:lnTo>
                <a:lnTo>
                  <a:pt x="309584" y="745430"/>
                </a:lnTo>
                <a:lnTo>
                  <a:pt x="354620" y="752143"/>
                </a:lnTo>
                <a:lnTo>
                  <a:pt x="399600" y="751891"/>
                </a:lnTo>
                <a:lnTo>
                  <a:pt x="443854" y="744885"/>
                </a:lnTo>
                <a:lnTo>
                  <a:pt x="486707" y="731339"/>
                </a:lnTo>
                <a:lnTo>
                  <a:pt x="527490" y="711464"/>
                </a:lnTo>
                <a:lnTo>
                  <a:pt x="565529" y="685474"/>
                </a:lnTo>
                <a:lnTo>
                  <a:pt x="600153" y="653581"/>
                </a:lnTo>
                <a:lnTo>
                  <a:pt x="630690" y="615996"/>
                </a:lnTo>
                <a:lnTo>
                  <a:pt x="656468" y="572934"/>
                </a:lnTo>
                <a:lnTo>
                  <a:pt x="562240" y="758882"/>
                </a:lnTo>
                <a:lnTo>
                  <a:pt x="502255" y="789504"/>
                </a:lnTo>
                <a:lnTo>
                  <a:pt x="459657" y="802969"/>
                </a:lnTo>
                <a:lnTo>
                  <a:pt x="415839" y="810948"/>
                </a:lnTo>
                <a:lnTo>
                  <a:pt x="371279" y="813289"/>
                </a:lnTo>
                <a:lnTo>
                  <a:pt x="326455" y="809841"/>
                </a:lnTo>
                <a:lnTo>
                  <a:pt x="281845" y="800453"/>
                </a:lnTo>
                <a:lnTo>
                  <a:pt x="237927" y="784974"/>
                </a:lnTo>
                <a:lnTo>
                  <a:pt x="195181" y="763253"/>
                </a:lnTo>
                <a:lnTo>
                  <a:pt x="155252" y="735975"/>
                </a:lnTo>
                <a:lnTo>
                  <a:pt x="119557" y="704271"/>
                </a:lnTo>
                <a:lnTo>
                  <a:pt x="88238" y="668658"/>
                </a:lnTo>
                <a:lnTo>
                  <a:pt x="61432" y="629653"/>
                </a:lnTo>
                <a:lnTo>
                  <a:pt x="39280" y="587773"/>
                </a:lnTo>
                <a:lnTo>
                  <a:pt x="21922" y="543537"/>
                </a:lnTo>
                <a:lnTo>
                  <a:pt x="9496" y="497460"/>
                </a:lnTo>
                <a:lnTo>
                  <a:pt x="2142" y="450061"/>
                </a:lnTo>
                <a:lnTo>
                  <a:pt x="1086" y="426312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2281273" y="4995866"/>
            <a:ext cx="175377" cy="147063"/>
          </a:xfrm>
          <a:custGeom>
            <a:avLst/>
            <a:gdLst/>
            <a:ahLst/>
            <a:cxnLst/>
            <a:rect l="l" t="t" r="r" b="b"/>
            <a:pathLst>
              <a:path w="385445" h="323215" extrusionOk="0">
                <a:moveTo>
                  <a:pt x="172961" y="43202"/>
                </a:moveTo>
                <a:lnTo>
                  <a:pt x="204331" y="12024"/>
                </a:lnTo>
                <a:lnTo>
                  <a:pt x="242938" y="0"/>
                </a:lnTo>
                <a:lnTo>
                  <a:pt x="281848" y="6050"/>
                </a:lnTo>
                <a:lnTo>
                  <a:pt x="314126" y="29097"/>
                </a:lnTo>
                <a:lnTo>
                  <a:pt x="332838" y="68062"/>
                </a:lnTo>
                <a:lnTo>
                  <a:pt x="263355" y="84893"/>
                </a:lnTo>
                <a:lnTo>
                  <a:pt x="258419" y="76035"/>
                </a:lnTo>
                <a:lnTo>
                  <a:pt x="249942" y="72020"/>
                </a:lnTo>
                <a:lnTo>
                  <a:pt x="240518" y="73252"/>
                </a:lnTo>
                <a:lnTo>
                  <a:pt x="232740" y="80133"/>
                </a:lnTo>
                <a:lnTo>
                  <a:pt x="172961" y="43202"/>
                </a:lnTo>
                <a:close/>
              </a:path>
              <a:path w="385445" h="323215" extrusionOk="0">
                <a:moveTo>
                  <a:pt x="312475" y="322705"/>
                </a:moveTo>
                <a:lnTo>
                  <a:pt x="263355" y="84893"/>
                </a:lnTo>
                <a:lnTo>
                  <a:pt x="332838" y="68062"/>
                </a:lnTo>
                <a:lnTo>
                  <a:pt x="385435" y="322705"/>
                </a:lnTo>
                <a:lnTo>
                  <a:pt x="312475" y="322705"/>
                </a:lnTo>
                <a:close/>
              </a:path>
              <a:path w="385445" h="323215" extrusionOk="0">
                <a:moveTo>
                  <a:pt x="0" y="322705"/>
                </a:moveTo>
                <a:lnTo>
                  <a:pt x="172961" y="43202"/>
                </a:lnTo>
                <a:lnTo>
                  <a:pt x="232740" y="80133"/>
                </a:lnTo>
                <a:lnTo>
                  <a:pt x="82634" y="322705"/>
                </a:lnTo>
                <a:lnTo>
                  <a:pt x="0" y="322705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1514522" y="2488891"/>
            <a:ext cx="219583" cy="314639"/>
          </a:xfrm>
          <a:custGeom>
            <a:avLst/>
            <a:gdLst/>
            <a:ahLst/>
            <a:cxnLst/>
            <a:rect l="l" t="t" r="r" b="b"/>
            <a:pathLst>
              <a:path w="482600" h="691514" extrusionOk="0">
                <a:moveTo>
                  <a:pt x="227218" y="39334"/>
                </a:moveTo>
                <a:lnTo>
                  <a:pt x="255781" y="10948"/>
                </a:lnTo>
                <a:lnTo>
                  <a:pt x="290932" y="0"/>
                </a:lnTo>
                <a:lnTo>
                  <a:pt x="326358" y="5508"/>
                </a:lnTo>
                <a:lnTo>
                  <a:pt x="355747" y="26492"/>
                </a:lnTo>
                <a:lnTo>
                  <a:pt x="372784" y="61968"/>
                </a:lnTo>
                <a:lnTo>
                  <a:pt x="309521" y="77293"/>
                </a:lnTo>
                <a:lnTo>
                  <a:pt x="305026" y="69228"/>
                </a:lnTo>
                <a:lnTo>
                  <a:pt x="297308" y="65572"/>
                </a:lnTo>
                <a:lnTo>
                  <a:pt x="288728" y="66693"/>
                </a:lnTo>
                <a:lnTo>
                  <a:pt x="281647" y="72959"/>
                </a:lnTo>
                <a:lnTo>
                  <a:pt x="227218" y="39334"/>
                </a:lnTo>
                <a:close/>
              </a:path>
              <a:path w="482600" h="691514" extrusionOk="0">
                <a:moveTo>
                  <a:pt x="418723" y="605987"/>
                </a:moveTo>
                <a:lnTo>
                  <a:pt x="309521" y="77293"/>
                </a:lnTo>
                <a:lnTo>
                  <a:pt x="372784" y="61968"/>
                </a:lnTo>
                <a:lnTo>
                  <a:pt x="481985" y="590662"/>
                </a:lnTo>
                <a:lnTo>
                  <a:pt x="418723" y="605987"/>
                </a:lnTo>
                <a:close/>
              </a:path>
              <a:path w="482600" h="691514" extrusionOk="0">
                <a:moveTo>
                  <a:pt x="363735" y="681029"/>
                </a:moveTo>
                <a:lnTo>
                  <a:pt x="396079" y="623289"/>
                </a:lnTo>
                <a:lnTo>
                  <a:pt x="404826" y="625102"/>
                </a:lnTo>
                <a:lnTo>
                  <a:pt x="412705" y="621914"/>
                </a:lnTo>
                <a:lnTo>
                  <a:pt x="417931" y="615088"/>
                </a:lnTo>
                <a:lnTo>
                  <a:pt x="418723" y="605987"/>
                </a:lnTo>
                <a:lnTo>
                  <a:pt x="481985" y="590662"/>
                </a:lnTo>
                <a:lnTo>
                  <a:pt x="480831" y="629410"/>
                </a:lnTo>
                <a:lnTo>
                  <a:pt x="463661" y="661465"/>
                </a:lnTo>
                <a:lnTo>
                  <a:pt x="435242" y="683182"/>
                </a:lnTo>
                <a:lnTo>
                  <a:pt x="400344" y="690918"/>
                </a:lnTo>
                <a:lnTo>
                  <a:pt x="363735" y="681029"/>
                </a:lnTo>
                <a:close/>
              </a:path>
              <a:path w="482600" h="691514" extrusionOk="0">
                <a:moveTo>
                  <a:pt x="38955" y="500720"/>
                </a:moveTo>
                <a:lnTo>
                  <a:pt x="71296" y="442980"/>
                </a:lnTo>
                <a:lnTo>
                  <a:pt x="396079" y="623289"/>
                </a:lnTo>
                <a:lnTo>
                  <a:pt x="363735" y="681029"/>
                </a:lnTo>
                <a:lnTo>
                  <a:pt x="38955" y="500720"/>
                </a:lnTo>
                <a:close/>
              </a:path>
              <a:path w="482600" h="691514" extrusionOk="0">
                <a:moveTo>
                  <a:pt x="11634" y="387717"/>
                </a:moveTo>
                <a:lnTo>
                  <a:pt x="227218" y="39334"/>
                </a:lnTo>
                <a:lnTo>
                  <a:pt x="281647" y="72959"/>
                </a:lnTo>
                <a:lnTo>
                  <a:pt x="66064" y="421342"/>
                </a:lnTo>
                <a:lnTo>
                  <a:pt x="11634" y="387717"/>
                </a:lnTo>
                <a:close/>
              </a:path>
              <a:path w="482600" h="691514" extrusionOk="0">
                <a:moveTo>
                  <a:pt x="67468" y="449815"/>
                </a:moveTo>
                <a:lnTo>
                  <a:pt x="64085" y="433438"/>
                </a:lnTo>
                <a:lnTo>
                  <a:pt x="66631" y="438899"/>
                </a:lnTo>
                <a:lnTo>
                  <a:pt x="71296" y="442980"/>
                </a:lnTo>
                <a:lnTo>
                  <a:pt x="67468" y="449815"/>
                </a:lnTo>
                <a:close/>
              </a:path>
              <a:path w="482600" h="691514" extrusionOk="0">
                <a:moveTo>
                  <a:pt x="1299" y="450888"/>
                </a:moveTo>
                <a:lnTo>
                  <a:pt x="0" y="419034"/>
                </a:lnTo>
                <a:lnTo>
                  <a:pt x="11634" y="387717"/>
                </a:lnTo>
                <a:lnTo>
                  <a:pt x="66064" y="421342"/>
                </a:lnTo>
                <a:lnTo>
                  <a:pt x="63836" y="427338"/>
                </a:lnTo>
                <a:lnTo>
                  <a:pt x="64085" y="433438"/>
                </a:lnTo>
                <a:lnTo>
                  <a:pt x="67468" y="449815"/>
                </a:lnTo>
                <a:lnTo>
                  <a:pt x="38955" y="500720"/>
                </a:lnTo>
                <a:lnTo>
                  <a:pt x="14596" y="479407"/>
                </a:lnTo>
                <a:lnTo>
                  <a:pt x="1299" y="450888"/>
                </a:lnTo>
                <a:close/>
              </a:path>
              <a:path w="482600" h="691514" extrusionOk="0">
                <a:moveTo>
                  <a:pt x="11634" y="387717"/>
                </a:moveTo>
                <a:lnTo>
                  <a:pt x="38852" y="404529"/>
                </a:lnTo>
                <a:lnTo>
                  <a:pt x="11634" y="387717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1032335" y="3837533"/>
            <a:ext cx="301059" cy="277079"/>
          </a:xfrm>
          <a:custGeom>
            <a:avLst/>
            <a:gdLst/>
            <a:ahLst/>
            <a:cxnLst/>
            <a:rect l="l" t="t" r="r" b="b"/>
            <a:pathLst>
              <a:path w="661669" h="608965" extrusionOk="0">
                <a:moveTo>
                  <a:pt x="53480" y="453054"/>
                </a:moveTo>
                <a:lnTo>
                  <a:pt x="19591" y="429514"/>
                </a:lnTo>
                <a:lnTo>
                  <a:pt x="1670" y="394463"/>
                </a:lnTo>
                <a:lnTo>
                  <a:pt x="0" y="354639"/>
                </a:lnTo>
                <a:lnTo>
                  <a:pt x="14862" y="316781"/>
                </a:lnTo>
                <a:lnTo>
                  <a:pt x="46540" y="287627"/>
                </a:lnTo>
                <a:lnTo>
                  <a:pt x="77443" y="352096"/>
                </a:lnTo>
                <a:lnTo>
                  <a:pt x="70366" y="359385"/>
                </a:lnTo>
                <a:lnTo>
                  <a:pt x="68299" y="368774"/>
                </a:lnTo>
                <a:lnTo>
                  <a:pt x="71136" y="377744"/>
                </a:lnTo>
                <a:lnTo>
                  <a:pt x="78772" y="383773"/>
                </a:lnTo>
                <a:lnTo>
                  <a:pt x="53480" y="453054"/>
                </a:lnTo>
                <a:close/>
              </a:path>
              <a:path w="661669" h="608965" extrusionOk="0">
                <a:moveTo>
                  <a:pt x="569905" y="75634"/>
                </a:moveTo>
                <a:lnTo>
                  <a:pt x="77443" y="352096"/>
                </a:lnTo>
                <a:lnTo>
                  <a:pt x="46540" y="287627"/>
                </a:lnTo>
                <a:lnTo>
                  <a:pt x="539002" y="11165"/>
                </a:lnTo>
                <a:lnTo>
                  <a:pt x="569905" y="75634"/>
                </a:lnTo>
                <a:close/>
              </a:path>
              <a:path w="661669" h="608965" extrusionOk="0">
                <a:moveTo>
                  <a:pt x="661351" y="106707"/>
                </a:moveTo>
                <a:lnTo>
                  <a:pt x="593330" y="93931"/>
                </a:lnTo>
                <a:lnTo>
                  <a:pt x="592635" y="84051"/>
                </a:lnTo>
                <a:lnTo>
                  <a:pt x="587345" y="76806"/>
                </a:lnTo>
                <a:lnTo>
                  <a:pt x="579190" y="73549"/>
                </a:lnTo>
                <a:lnTo>
                  <a:pt x="569905" y="75634"/>
                </a:lnTo>
                <a:lnTo>
                  <a:pt x="539002" y="11165"/>
                </a:lnTo>
                <a:lnTo>
                  <a:pt x="577978" y="0"/>
                </a:lnTo>
                <a:lnTo>
                  <a:pt x="614334" y="7589"/>
                </a:lnTo>
                <a:lnTo>
                  <a:pt x="643438" y="30315"/>
                </a:lnTo>
                <a:lnTo>
                  <a:pt x="660655" y="64560"/>
                </a:lnTo>
                <a:lnTo>
                  <a:pt x="661351" y="106707"/>
                </a:lnTo>
                <a:close/>
              </a:path>
              <a:path w="661669" h="608965" extrusionOk="0">
                <a:moveTo>
                  <a:pt x="574651" y="534083"/>
                </a:moveTo>
                <a:lnTo>
                  <a:pt x="506632" y="521308"/>
                </a:lnTo>
                <a:lnTo>
                  <a:pt x="593330" y="93931"/>
                </a:lnTo>
                <a:lnTo>
                  <a:pt x="661351" y="106707"/>
                </a:lnTo>
                <a:lnTo>
                  <a:pt x="574651" y="534083"/>
                </a:lnTo>
                <a:close/>
              </a:path>
              <a:path w="661669" h="608965" extrusionOk="0">
                <a:moveTo>
                  <a:pt x="459238" y="603969"/>
                </a:moveTo>
                <a:lnTo>
                  <a:pt x="53480" y="453054"/>
                </a:lnTo>
                <a:lnTo>
                  <a:pt x="78772" y="383773"/>
                </a:lnTo>
                <a:lnTo>
                  <a:pt x="484532" y="534692"/>
                </a:lnTo>
                <a:lnTo>
                  <a:pt x="459238" y="603969"/>
                </a:lnTo>
                <a:close/>
              </a:path>
              <a:path w="661669" h="608965" extrusionOk="0">
                <a:moveTo>
                  <a:pt x="516373" y="523138"/>
                </a:moveTo>
                <a:lnTo>
                  <a:pt x="498325" y="533269"/>
                </a:lnTo>
                <a:lnTo>
                  <a:pt x="503606" y="528338"/>
                </a:lnTo>
                <a:lnTo>
                  <a:pt x="506632" y="521308"/>
                </a:lnTo>
                <a:lnTo>
                  <a:pt x="516373" y="523138"/>
                </a:lnTo>
                <a:close/>
              </a:path>
              <a:path w="661669" h="608965" extrusionOk="0">
                <a:moveTo>
                  <a:pt x="531273" y="596545"/>
                </a:moveTo>
                <a:lnTo>
                  <a:pt x="496530" y="608534"/>
                </a:lnTo>
                <a:lnTo>
                  <a:pt x="459238" y="603969"/>
                </a:lnTo>
                <a:lnTo>
                  <a:pt x="484532" y="534692"/>
                </a:lnTo>
                <a:lnTo>
                  <a:pt x="491673" y="535566"/>
                </a:lnTo>
                <a:lnTo>
                  <a:pt x="498325" y="533269"/>
                </a:lnTo>
                <a:lnTo>
                  <a:pt x="516373" y="523138"/>
                </a:lnTo>
                <a:lnTo>
                  <a:pt x="574651" y="534083"/>
                </a:lnTo>
                <a:lnTo>
                  <a:pt x="558852" y="570796"/>
                </a:lnTo>
                <a:lnTo>
                  <a:pt x="531273" y="5965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405222" y="3637111"/>
            <a:ext cx="253098" cy="331685"/>
          </a:xfrm>
          <a:custGeom>
            <a:avLst/>
            <a:gdLst/>
            <a:ahLst/>
            <a:cxnLst/>
            <a:rect l="l" t="t" r="r" b="b"/>
            <a:pathLst>
              <a:path w="556260" h="728979" extrusionOk="0">
                <a:moveTo>
                  <a:pt x="374529" y="673296"/>
                </a:moveTo>
                <a:lnTo>
                  <a:pt x="348635" y="709461"/>
                </a:lnTo>
                <a:lnTo>
                  <a:pt x="312770" y="727973"/>
                </a:lnTo>
                <a:lnTo>
                  <a:pt x="273829" y="728703"/>
                </a:lnTo>
                <a:lnTo>
                  <a:pt x="238703" y="711522"/>
                </a:lnTo>
                <a:lnTo>
                  <a:pt x="214285" y="676301"/>
                </a:lnTo>
                <a:lnTo>
                  <a:pt x="279639" y="647315"/>
                </a:lnTo>
                <a:lnTo>
                  <a:pt x="285855" y="655205"/>
                </a:lnTo>
                <a:lnTo>
                  <a:pt x="294760" y="657707"/>
                </a:lnTo>
                <a:lnTo>
                  <a:pt x="303776" y="654868"/>
                </a:lnTo>
                <a:lnTo>
                  <a:pt x="310325" y="646739"/>
                </a:lnTo>
                <a:lnTo>
                  <a:pt x="374529" y="673296"/>
                </a:lnTo>
                <a:close/>
              </a:path>
              <a:path w="556260" h="728979" extrusionOk="0">
                <a:moveTo>
                  <a:pt x="70903" y="95974"/>
                </a:moveTo>
                <a:lnTo>
                  <a:pt x="279639" y="647315"/>
                </a:lnTo>
                <a:lnTo>
                  <a:pt x="214285" y="676301"/>
                </a:lnTo>
                <a:lnTo>
                  <a:pt x="5550" y="124960"/>
                </a:lnTo>
                <a:lnTo>
                  <a:pt x="70903" y="95974"/>
                </a:lnTo>
                <a:close/>
              </a:path>
              <a:path w="556260" h="728979" extrusionOk="0">
                <a:moveTo>
                  <a:pt x="116289" y="3349"/>
                </a:moveTo>
                <a:lnTo>
                  <a:pt x="92111" y="72688"/>
                </a:lnTo>
                <a:lnTo>
                  <a:pt x="82415" y="72482"/>
                </a:lnTo>
                <a:lnTo>
                  <a:pt x="74544" y="77507"/>
                </a:lnTo>
                <a:lnTo>
                  <a:pt x="70155" y="85944"/>
                </a:lnTo>
                <a:lnTo>
                  <a:pt x="70903" y="95974"/>
                </a:lnTo>
                <a:lnTo>
                  <a:pt x="5550" y="124960"/>
                </a:lnTo>
                <a:lnTo>
                  <a:pt x="0" y="82694"/>
                </a:lnTo>
                <a:lnTo>
                  <a:pt x="12727" y="44536"/>
                </a:lnTo>
                <a:lnTo>
                  <a:pt x="39303" y="15350"/>
                </a:lnTo>
                <a:lnTo>
                  <a:pt x="75300" y="0"/>
                </a:lnTo>
                <a:lnTo>
                  <a:pt x="116289" y="3349"/>
                </a:lnTo>
                <a:close/>
              </a:path>
              <a:path w="556260" h="728979" extrusionOk="0">
                <a:moveTo>
                  <a:pt x="470309" y="124018"/>
                </a:moveTo>
                <a:lnTo>
                  <a:pt x="487172" y="168560"/>
                </a:lnTo>
                <a:lnTo>
                  <a:pt x="475083" y="203229"/>
                </a:lnTo>
                <a:lnTo>
                  <a:pt x="92111" y="72688"/>
                </a:lnTo>
                <a:lnTo>
                  <a:pt x="116289" y="3349"/>
                </a:lnTo>
                <a:lnTo>
                  <a:pt x="470309" y="124018"/>
                </a:lnTo>
                <a:close/>
              </a:path>
              <a:path w="556260" h="728979" extrusionOk="0">
                <a:moveTo>
                  <a:pt x="548767" y="252498"/>
                </a:moveTo>
                <a:lnTo>
                  <a:pt x="374529" y="673296"/>
                </a:lnTo>
                <a:lnTo>
                  <a:pt x="310325" y="646739"/>
                </a:lnTo>
                <a:lnTo>
                  <a:pt x="484562" y="225941"/>
                </a:lnTo>
                <a:lnTo>
                  <a:pt x="548767" y="252498"/>
                </a:lnTo>
                <a:close/>
              </a:path>
              <a:path w="556260" h="728979" extrusionOk="0">
                <a:moveTo>
                  <a:pt x="374529" y="673296"/>
                </a:moveTo>
                <a:lnTo>
                  <a:pt x="342424" y="660019"/>
                </a:lnTo>
                <a:lnTo>
                  <a:pt x="374529" y="673296"/>
                </a:lnTo>
                <a:close/>
              </a:path>
              <a:path w="556260" h="728979" extrusionOk="0">
                <a:moveTo>
                  <a:pt x="478020" y="194809"/>
                </a:moveTo>
                <a:lnTo>
                  <a:pt x="484627" y="212260"/>
                </a:lnTo>
                <a:lnTo>
                  <a:pt x="480890" y="206766"/>
                </a:lnTo>
                <a:lnTo>
                  <a:pt x="475083" y="203229"/>
                </a:lnTo>
                <a:lnTo>
                  <a:pt x="478020" y="194809"/>
                </a:lnTo>
                <a:close/>
              </a:path>
              <a:path w="556260" h="728979" extrusionOk="0">
                <a:moveTo>
                  <a:pt x="499267" y="133889"/>
                </a:moveTo>
                <a:lnTo>
                  <a:pt x="475083" y="203229"/>
                </a:lnTo>
                <a:lnTo>
                  <a:pt x="487172" y="168560"/>
                </a:lnTo>
                <a:lnTo>
                  <a:pt x="470309" y="124018"/>
                </a:lnTo>
                <a:lnTo>
                  <a:pt x="499267" y="133889"/>
                </a:lnTo>
                <a:close/>
              </a:path>
              <a:path w="556260" h="728979" extrusionOk="0">
                <a:moveTo>
                  <a:pt x="549095" y="181055"/>
                </a:moveTo>
                <a:lnTo>
                  <a:pt x="556067" y="215817"/>
                </a:lnTo>
                <a:lnTo>
                  <a:pt x="548767" y="252498"/>
                </a:lnTo>
                <a:lnTo>
                  <a:pt x="516667" y="239218"/>
                </a:lnTo>
                <a:lnTo>
                  <a:pt x="484562" y="225941"/>
                </a:lnTo>
                <a:lnTo>
                  <a:pt x="485961" y="218917"/>
                </a:lnTo>
                <a:lnTo>
                  <a:pt x="484627" y="212260"/>
                </a:lnTo>
                <a:lnTo>
                  <a:pt x="478020" y="194809"/>
                </a:lnTo>
                <a:lnTo>
                  <a:pt x="499267" y="133889"/>
                </a:lnTo>
                <a:lnTo>
                  <a:pt x="529585" y="152362"/>
                </a:lnTo>
                <a:lnTo>
                  <a:pt x="549095" y="181055"/>
                </a:lnTo>
                <a:close/>
              </a:path>
              <a:path w="556260" h="728979" extrusionOk="0">
                <a:moveTo>
                  <a:pt x="548767" y="252498"/>
                </a:moveTo>
                <a:lnTo>
                  <a:pt x="516668" y="239221"/>
                </a:lnTo>
                <a:lnTo>
                  <a:pt x="548767" y="252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1723566" y="3391385"/>
            <a:ext cx="254832" cy="328218"/>
          </a:xfrm>
          <a:custGeom>
            <a:avLst/>
            <a:gdLst/>
            <a:ahLst/>
            <a:cxnLst/>
            <a:rect l="l" t="t" r="r" b="b"/>
            <a:pathLst>
              <a:path w="560070" h="721359" extrusionOk="0">
                <a:moveTo>
                  <a:pt x="393843" y="661798"/>
                </a:moveTo>
                <a:lnTo>
                  <a:pt x="369224" y="698875"/>
                </a:lnTo>
                <a:lnTo>
                  <a:pt x="334087" y="718675"/>
                </a:lnTo>
                <a:lnTo>
                  <a:pt x="295287" y="720821"/>
                </a:lnTo>
                <a:lnTo>
                  <a:pt x="259679" y="704932"/>
                </a:lnTo>
                <a:lnTo>
                  <a:pt x="234120" y="670629"/>
                </a:lnTo>
                <a:lnTo>
                  <a:pt x="298323" y="639176"/>
                </a:lnTo>
                <a:lnTo>
                  <a:pt x="304792" y="646833"/>
                </a:lnTo>
                <a:lnTo>
                  <a:pt x="313756" y="649009"/>
                </a:lnTo>
                <a:lnTo>
                  <a:pt x="322649" y="645845"/>
                </a:lnTo>
                <a:lnTo>
                  <a:pt x="328909" y="637484"/>
                </a:lnTo>
                <a:lnTo>
                  <a:pt x="393843" y="661798"/>
                </a:lnTo>
                <a:close/>
              </a:path>
              <a:path w="560070" h="721359" extrusionOk="0">
                <a:moveTo>
                  <a:pt x="71214" y="96173"/>
                </a:moveTo>
                <a:lnTo>
                  <a:pt x="298323" y="639176"/>
                </a:lnTo>
                <a:lnTo>
                  <a:pt x="234120" y="670629"/>
                </a:lnTo>
                <a:lnTo>
                  <a:pt x="7012" y="127626"/>
                </a:lnTo>
                <a:lnTo>
                  <a:pt x="71214" y="96173"/>
                </a:lnTo>
                <a:close/>
              </a:path>
              <a:path w="560070" h="721359" extrusionOk="0">
                <a:moveTo>
                  <a:pt x="113105" y="1733"/>
                </a:moveTo>
                <a:lnTo>
                  <a:pt x="91533" y="72066"/>
                </a:lnTo>
                <a:lnTo>
                  <a:pt x="81859" y="72241"/>
                </a:lnTo>
                <a:lnTo>
                  <a:pt x="74192" y="77570"/>
                </a:lnTo>
                <a:lnTo>
                  <a:pt x="70117" y="86174"/>
                </a:lnTo>
                <a:lnTo>
                  <a:pt x="71214" y="96173"/>
                </a:lnTo>
                <a:lnTo>
                  <a:pt x="7012" y="127626"/>
                </a:lnTo>
                <a:lnTo>
                  <a:pt x="0" y="85582"/>
                </a:lnTo>
                <a:lnTo>
                  <a:pt x="11336" y="46947"/>
                </a:lnTo>
                <a:lnTo>
                  <a:pt x="36789" y="16745"/>
                </a:lnTo>
                <a:lnTo>
                  <a:pt x="72123" y="0"/>
                </a:lnTo>
                <a:lnTo>
                  <a:pt x="113105" y="1733"/>
                </a:lnTo>
                <a:close/>
              </a:path>
              <a:path w="560070" h="721359" extrusionOk="0">
                <a:moveTo>
                  <a:pt x="500345" y="117251"/>
                </a:moveTo>
                <a:lnTo>
                  <a:pt x="478766" y="187583"/>
                </a:lnTo>
                <a:lnTo>
                  <a:pt x="91533" y="72066"/>
                </a:lnTo>
                <a:lnTo>
                  <a:pt x="113105" y="1733"/>
                </a:lnTo>
                <a:lnTo>
                  <a:pt x="500345" y="117251"/>
                </a:lnTo>
                <a:close/>
              </a:path>
              <a:path w="560070" h="721359" extrusionOk="0">
                <a:moveTo>
                  <a:pt x="553968" y="234312"/>
                </a:moveTo>
                <a:lnTo>
                  <a:pt x="393843" y="661798"/>
                </a:lnTo>
                <a:lnTo>
                  <a:pt x="328909" y="637484"/>
                </a:lnTo>
                <a:lnTo>
                  <a:pt x="489034" y="209999"/>
                </a:lnTo>
                <a:lnTo>
                  <a:pt x="553968" y="234312"/>
                </a:lnTo>
                <a:close/>
              </a:path>
              <a:path w="560070" h="721359" extrusionOk="0">
                <a:moveTo>
                  <a:pt x="481404" y="178985"/>
                </a:moveTo>
                <a:lnTo>
                  <a:pt x="488634" y="196272"/>
                </a:lnTo>
                <a:lnTo>
                  <a:pt x="484703" y="190904"/>
                </a:lnTo>
                <a:lnTo>
                  <a:pt x="478766" y="187583"/>
                </a:lnTo>
                <a:lnTo>
                  <a:pt x="481404" y="178985"/>
                </a:lnTo>
                <a:close/>
              </a:path>
              <a:path w="560070" h="721359" extrusionOk="0">
                <a:moveTo>
                  <a:pt x="551876" y="162633"/>
                </a:moveTo>
                <a:lnTo>
                  <a:pt x="560046" y="197245"/>
                </a:lnTo>
                <a:lnTo>
                  <a:pt x="553968" y="234312"/>
                </a:lnTo>
                <a:lnTo>
                  <a:pt x="489034" y="209999"/>
                </a:lnTo>
                <a:lnTo>
                  <a:pt x="490198" y="202900"/>
                </a:lnTo>
                <a:lnTo>
                  <a:pt x="488634" y="196272"/>
                </a:lnTo>
                <a:lnTo>
                  <a:pt x="481404" y="178985"/>
                </a:lnTo>
                <a:lnTo>
                  <a:pt x="500345" y="117251"/>
                </a:lnTo>
                <a:lnTo>
                  <a:pt x="531347" y="134595"/>
                </a:lnTo>
                <a:lnTo>
                  <a:pt x="551876" y="162633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9382" y="4298495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/>
          <p:nvPr/>
        </p:nvSpPr>
        <p:spPr>
          <a:xfrm>
            <a:off x="3787141" y="439917"/>
            <a:ext cx="1588500" cy="369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3763330" y="452771"/>
            <a:ext cx="16173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41575" rIns="41575" bIns="41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KRD-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5</a:t>
            </a:r>
            <a:endParaRPr sz="1800" b="0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1811725" y="1068125"/>
            <a:ext cx="5532300" cy="5952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1709980" y="1050479"/>
            <a:ext cx="5724000" cy="6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41575" rIns="41575" bIns="41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ru-RU" sz="3500" b="1" dirty="0" err="1">
                <a:latin typeface="Comfortaa"/>
                <a:ea typeface="Comfortaa"/>
                <a:cs typeface="Comfortaa"/>
                <a:sym typeface="Comfortaa"/>
              </a:rPr>
              <a:t>КиберРитм</a:t>
            </a:r>
            <a:endParaRPr sz="3500" b="1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2463450" y="1908900"/>
            <a:ext cx="4217100" cy="5172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2437780" y="1586362"/>
            <a:ext cx="42684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41575" rIns="41575" bIns="41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300" dirty="0"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-RU" sz="2300" dirty="0">
                <a:latin typeface="Comfortaa"/>
                <a:ea typeface="Comfortaa"/>
                <a:cs typeface="Comfortaa"/>
                <a:sym typeface="Comfortaa"/>
              </a:rPr>
              <a:t>Финал</a:t>
            </a:r>
            <a:endParaRPr sz="2300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85063" y="2705776"/>
            <a:ext cx="1932663" cy="1932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24;p26">
            <a:extLst>
              <a:ext uri="{FF2B5EF4-FFF2-40B4-BE49-F238E27FC236}">
                <a16:creationId xmlns:a16="http://schemas.microsoft.com/office/drawing/2014/main" id="{E9A1FE15-F4AF-449A-AB3F-E6F1F02CF6D8}"/>
              </a:ext>
            </a:extLst>
          </p:cNvPr>
          <p:cNvSpPr/>
          <p:nvPr/>
        </p:nvSpPr>
        <p:spPr>
          <a:xfrm>
            <a:off x="428057" y="138110"/>
            <a:ext cx="8341964" cy="11188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3600" b="1" dirty="0">
                <a:solidFill>
                  <a:srgbClr val="863AB9"/>
                </a:solidFill>
                <a:latin typeface="Comfortaa" panose="020B0604020202020204" charset="0"/>
              </a:rPr>
              <a:t>Рефлексия по пройденному</a:t>
            </a:r>
            <a:endParaRPr lang="ru-RU" sz="2800" b="1" dirty="0">
              <a:solidFill>
                <a:srgbClr val="863AB9"/>
              </a:solidFill>
              <a:latin typeface="Comfortaa" panose="020B0604020202020204" charset="0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FF60A987-3F57-4AFD-9A5F-5AA59234AC71}"/>
              </a:ext>
            </a:extLst>
          </p:cNvPr>
          <p:cNvSpPr/>
          <p:nvPr/>
        </p:nvSpPr>
        <p:spPr>
          <a:xfrm>
            <a:off x="428057" y="2117812"/>
            <a:ext cx="8341964" cy="20416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800" b="1" dirty="0">
                <a:latin typeface="Comfortaa" panose="020B0604020202020204" charset="0"/>
              </a:rPr>
              <a:t>Давайте подведём итоги нашей недели занятий, обсудим планы на сегодня и перейдем, наконец-то, к сборке!</a:t>
            </a:r>
          </a:p>
        </p:txBody>
      </p:sp>
    </p:spTree>
    <p:extLst>
      <p:ext uri="{BB962C8B-B14F-4D97-AF65-F5344CB8AC3E}">
        <p14:creationId xmlns:p14="http://schemas.microsoft.com/office/powerpoint/2010/main" val="992433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24;p26">
            <a:extLst>
              <a:ext uri="{FF2B5EF4-FFF2-40B4-BE49-F238E27FC236}">
                <a16:creationId xmlns:a16="http://schemas.microsoft.com/office/drawing/2014/main" id="{E9A1FE15-F4AF-449A-AB3F-E6F1F02CF6D8}"/>
              </a:ext>
            </a:extLst>
          </p:cNvPr>
          <p:cNvSpPr/>
          <p:nvPr/>
        </p:nvSpPr>
        <p:spPr>
          <a:xfrm>
            <a:off x="3053715" y="164776"/>
            <a:ext cx="2739079" cy="96919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3200" b="1" dirty="0">
                <a:solidFill>
                  <a:srgbClr val="863AB9"/>
                </a:solidFill>
                <a:latin typeface="Comfortaa" panose="020B0604020202020204" charset="0"/>
              </a:rPr>
              <a:t>Тест</a:t>
            </a: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5C3E2D4D-B7DE-4DA8-9C6A-7ECA4765BD42}"/>
              </a:ext>
            </a:extLst>
          </p:cNvPr>
          <p:cNvSpPr/>
          <p:nvPr/>
        </p:nvSpPr>
        <p:spPr>
          <a:xfrm>
            <a:off x="199790" y="1618145"/>
            <a:ext cx="8600532" cy="28761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800" b="1" dirty="0">
                <a:latin typeface="Comfortaa" panose="020B0604020202020204" charset="0"/>
              </a:rPr>
              <a:t>Тест состоит из </a:t>
            </a:r>
            <a:r>
              <a:rPr lang="ru-RU" sz="2800" b="1" dirty="0">
                <a:solidFill>
                  <a:srgbClr val="863AB9"/>
                </a:solidFill>
                <a:latin typeface="Comfortaa" panose="020B0604020202020204" charset="0"/>
              </a:rPr>
              <a:t>16 вопросов картинок</a:t>
            </a:r>
            <a:r>
              <a:rPr lang="ru-RU" sz="2800" b="1" dirty="0">
                <a:latin typeface="Comfortaa" panose="020B0604020202020204" charset="0"/>
              </a:rPr>
              <a:t>. </a:t>
            </a:r>
            <a:br>
              <a:rPr lang="ru-RU" sz="2800" b="1" dirty="0">
                <a:latin typeface="Comfortaa" panose="020B0604020202020204" charset="0"/>
              </a:rPr>
            </a:br>
            <a:r>
              <a:rPr lang="ru-RU" sz="2800" b="1" dirty="0">
                <a:latin typeface="Comfortaa" panose="020B0604020202020204" charset="0"/>
              </a:rPr>
              <a:t>За каждый правильный ответ – </a:t>
            </a:r>
            <a:r>
              <a:rPr lang="ru-RU" sz="2800" b="1" dirty="0">
                <a:solidFill>
                  <a:srgbClr val="863AB9"/>
                </a:solidFill>
                <a:latin typeface="Comfortaa" panose="020B0604020202020204" charset="0"/>
              </a:rPr>
              <a:t>1 балл</a:t>
            </a:r>
            <a:br>
              <a:rPr lang="ru-RU" sz="2800" b="1" dirty="0">
                <a:latin typeface="Comfortaa" panose="020B0604020202020204" charset="0"/>
              </a:rPr>
            </a:br>
            <a:r>
              <a:rPr lang="ru-RU" sz="2800" b="1" dirty="0">
                <a:latin typeface="Comfortaa" panose="020B0604020202020204" charset="0"/>
              </a:rPr>
              <a:t>Время на выполнение – </a:t>
            </a:r>
            <a:r>
              <a:rPr lang="ru-RU" sz="2800" b="1" dirty="0">
                <a:solidFill>
                  <a:srgbClr val="863AB9"/>
                </a:solidFill>
                <a:latin typeface="Comfortaa" panose="020B0604020202020204" charset="0"/>
              </a:rPr>
              <a:t>15 минут</a:t>
            </a:r>
          </a:p>
        </p:txBody>
      </p:sp>
    </p:spTree>
    <p:extLst>
      <p:ext uri="{BB962C8B-B14F-4D97-AF65-F5344CB8AC3E}">
        <p14:creationId xmlns:p14="http://schemas.microsoft.com/office/powerpoint/2010/main" val="2220434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24;p26">
            <a:extLst>
              <a:ext uri="{FF2B5EF4-FFF2-40B4-BE49-F238E27FC236}">
                <a16:creationId xmlns:a16="http://schemas.microsoft.com/office/drawing/2014/main" id="{E9A1FE15-F4AF-449A-AB3F-E6F1F02CF6D8}"/>
              </a:ext>
            </a:extLst>
          </p:cNvPr>
          <p:cNvSpPr/>
          <p:nvPr/>
        </p:nvSpPr>
        <p:spPr>
          <a:xfrm>
            <a:off x="428057" y="218162"/>
            <a:ext cx="8341964" cy="96919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800" b="1" dirty="0">
                <a:latin typeface="Comfortaa" panose="020B0604020202020204" charset="0"/>
              </a:rPr>
              <a:t>Итоговый вид нашей </a:t>
            </a:r>
            <a:r>
              <a:rPr lang="en-US" sz="2800" b="1" dirty="0">
                <a:latin typeface="Comfortaa" panose="020B0604020202020204" charset="0"/>
              </a:rPr>
              <a:t>Bluetooth</a:t>
            </a:r>
            <a:r>
              <a:rPr lang="ru-RU" sz="2800" b="1" dirty="0">
                <a:latin typeface="Comfortaa" panose="020B0604020202020204" charset="0"/>
              </a:rPr>
              <a:t>-колонки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F27686-9B4E-4D5A-B58B-8C265B75D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060" y="1514936"/>
            <a:ext cx="4331573" cy="3257831"/>
          </a:xfrm>
          <a:prstGeom prst="roundRect">
            <a:avLst/>
          </a:prstGeom>
          <a:ln w="57150">
            <a:solidFill>
              <a:srgbClr val="31859C"/>
            </a:solidFill>
          </a:ln>
        </p:spPr>
      </p:pic>
    </p:spTree>
    <p:extLst>
      <p:ext uri="{BB962C8B-B14F-4D97-AF65-F5344CB8AC3E}">
        <p14:creationId xmlns:p14="http://schemas.microsoft.com/office/powerpoint/2010/main" val="2321842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5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5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5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5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5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5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5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5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5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5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5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5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5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5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5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1059371" y="357717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5"/>
          <p:cNvSpPr/>
          <p:nvPr/>
        </p:nvSpPr>
        <p:spPr>
          <a:xfrm>
            <a:off x="290737" y="29443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786368" y="23483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54;p30">
            <a:extLst>
              <a:ext uri="{FF2B5EF4-FFF2-40B4-BE49-F238E27FC236}">
                <a16:creationId xmlns:a16="http://schemas.microsoft.com/office/drawing/2014/main" id="{67042DCF-D656-4476-85F8-EDE18176C182}"/>
              </a:ext>
            </a:extLst>
          </p:cNvPr>
          <p:cNvSpPr/>
          <p:nvPr/>
        </p:nvSpPr>
        <p:spPr>
          <a:xfrm>
            <a:off x="1441451" y="1045238"/>
            <a:ext cx="6261097" cy="10909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3200" b="1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Объявляется перерыв!</a:t>
            </a:r>
            <a:endParaRPr sz="3200" b="1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9BFCC9-B67A-42A2-AFE1-CE3800F54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990" y="2383878"/>
            <a:ext cx="1614017" cy="161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58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24;p26">
            <a:extLst>
              <a:ext uri="{FF2B5EF4-FFF2-40B4-BE49-F238E27FC236}">
                <a16:creationId xmlns:a16="http://schemas.microsoft.com/office/drawing/2014/main" id="{E9A1FE15-F4AF-449A-AB3F-E6F1F02CF6D8}"/>
              </a:ext>
            </a:extLst>
          </p:cNvPr>
          <p:cNvSpPr/>
          <p:nvPr/>
        </p:nvSpPr>
        <p:spPr>
          <a:xfrm>
            <a:off x="1065769" y="218162"/>
            <a:ext cx="7004283" cy="96919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800" b="1" dirty="0">
                <a:latin typeface="Comfortaa" panose="020B0604020202020204" charset="0"/>
              </a:rPr>
              <a:t>Корпус нашей </a:t>
            </a:r>
            <a:r>
              <a:rPr lang="en-US" sz="2800" b="1" dirty="0">
                <a:latin typeface="Comfortaa" panose="020B0604020202020204" charset="0"/>
              </a:rPr>
              <a:t>Bluetooth</a:t>
            </a:r>
            <a:r>
              <a:rPr lang="ru-RU" sz="2800" b="1" dirty="0">
                <a:latin typeface="Comfortaa" panose="020B0604020202020204" charset="0"/>
              </a:rPr>
              <a:t>-колонки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F27686-9B4E-4D5A-B58B-8C265B75D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060" y="1514936"/>
            <a:ext cx="4331573" cy="3257831"/>
          </a:xfrm>
          <a:prstGeom prst="roundRect">
            <a:avLst/>
          </a:prstGeom>
          <a:ln w="57150">
            <a:solidFill>
              <a:srgbClr val="31859C"/>
            </a:solidFill>
          </a:ln>
        </p:spPr>
      </p:pic>
    </p:spTree>
    <p:extLst>
      <p:ext uri="{BB962C8B-B14F-4D97-AF65-F5344CB8AC3E}">
        <p14:creationId xmlns:p14="http://schemas.microsoft.com/office/powerpoint/2010/main" val="1559914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5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5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5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5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5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5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5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5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5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5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5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5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5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5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5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1059371" y="357717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5"/>
          <p:cNvSpPr/>
          <p:nvPr/>
        </p:nvSpPr>
        <p:spPr>
          <a:xfrm>
            <a:off x="290737" y="29443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786368" y="23483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54;p30">
            <a:extLst>
              <a:ext uri="{FF2B5EF4-FFF2-40B4-BE49-F238E27FC236}">
                <a16:creationId xmlns:a16="http://schemas.microsoft.com/office/drawing/2014/main" id="{67042DCF-D656-4476-85F8-EDE18176C182}"/>
              </a:ext>
            </a:extLst>
          </p:cNvPr>
          <p:cNvSpPr/>
          <p:nvPr/>
        </p:nvSpPr>
        <p:spPr>
          <a:xfrm>
            <a:off x="1441451" y="1045238"/>
            <a:ext cx="6261097" cy="10909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3200" b="1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Объявляется перерыв!</a:t>
            </a:r>
            <a:endParaRPr sz="3200" b="1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4BE06B-F409-45F6-82CE-4F229A65B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7012" y="2331194"/>
            <a:ext cx="1789974" cy="178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92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24;p26">
            <a:extLst>
              <a:ext uri="{FF2B5EF4-FFF2-40B4-BE49-F238E27FC236}">
                <a16:creationId xmlns:a16="http://schemas.microsoft.com/office/drawing/2014/main" id="{E9A1FE15-F4AF-449A-AB3F-E6F1F02CF6D8}"/>
              </a:ext>
            </a:extLst>
          </p:cNvPr>
          <p:cNvSpPr/>
          <p:nvPr/>
        </p:nvSpPr>
        <p:spPr>
          <a:xfrm>
            <a:off x="1065769" y="218162"/>
            <a:ext cx="7004283" cy="96919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800" b="1" dirty="0">
                <a:latin typeface="Comfortaa" panose="020B0604020202020204" charset="0"/>
              </a:rPr>
              <a:t>Корпус нашей </a:t>
            </a:r>
            <a:r>
              <a:rPr lang="en-US" sz="2800" b="1" dirty="0">
                <a:latin typeface="Comfortaa" panose="020B0604020202020204" charset="0"/>
              </a:rPr>
              <a:t>Bluetooth</a:t>
            </a:r>
            <a:r>
              <a:rPr lang="ru-RU" sz="2800" b="1" dirty="0">
                <a:latin typeface="Comfortaa" panose="020B0604020202020204" charset="0"/>
              </a:rPr>
              <a:t>-колонки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F27686-9B4E-4D5A-B58B-8C265B75D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060" y="1514936"/>
            <a:ext cx="4331573" cy="3257831"/>
          </a:xfrm>
          <a:prstGeom prst="roundRect">
            <a:avLst/>
          </a:prstGeom>
          <a:ln w="57150">
            <a:solidFill>
              <a:srgbClr val="31859C"/>
            </a:solidFill>
          </a:ln>
        </p:spPr>
      </p:pic>
    </p:spTree>
    <p:extLst>
      <p:ext uri="{BB962C8B-B14F-4D97-AF65-F5344CB8AC3E}">
        <p14:creationId xmlns:p14="http://schemas.microsoft.com/office/powerpoint/2010/main" val="1208481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5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5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5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5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5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5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5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5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5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5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5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5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5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5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5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1059371" y="357717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5"/>
          <p:cNvSpPr/>
          <p:nvPr/>
        </p:nvSpPr>
        <p:spPr>
          <a:xfrm>
            <a:off x="290737" y="29443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786368" y="23483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54;p30">
            <a:extLst>
              <a:ext uri="{FF2B5EF4-FFF2-40B4-BE49-F238E27FC236}">
                <a16:creationId xmlns:a16="http://schemas.microsoft.com/office/drawing/2014/main" id="{67042DCF-D656-4476-85F8-EDE18176C182}"/>
              </a:ext>
            </a:extLst>
          </p:cNvPr>
          <p:cNvSpPr/>
          <p:nvPr/>
        </p:nvSpPr>
        <p:spPr>
          <a:xfrm>
            <a:off x="1441451" y="1045238"/>
            <a:ext cx="6261097" cy="10909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3200" b="1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Объявляется перерыв!</a:t>
            </a:r>
            <a:endParaRPr sz="3200" b="1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09DFEA-E8F9-4DF4-BD33-39A767067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990" y="2383636"/>
            <a:ext cx="1614017" cy="161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77917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1949</TotalTime>
  <Words>71</Words>
  <Application>Microsoft Office PowerPoint</Application>
  <PresentationFormat>Экран (16:9)</PresentationFormat>
  <Paragraphs>14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Comfortaa</vt:lpstr>
      <vt:lpstr>Calibri</vt:lpstr>
      <vt:lpstr>Arial</vt:lpstr>
      <vt:lpstr>Simple Light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Алексей Голубев</cp:lastModifiedBy>
  <cp:revision>68</cp:revision>
  <dcterms:modified xsi:type="dcterms:W3CDTF">2025-04-11T06:30:16Z</dcterms:modified>
</cp:coreProperties>
</file>